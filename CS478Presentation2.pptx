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6" r:id="rId3"/>
    <p:sldId id="265" r:id="rId4"/>
    <p:sldId id="26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E524D-1D3B-8AD9-1F61-EF6F5E803BE7}" v="279" dt="2026-02-26T00:43:13.848"/>
    <p1510:client id="{2FD7DC73-F537-596E-C588-0B8088FC8F08}" v="2" dt="2026-02-25T23:25:13.752"/>
    <p1510:client id="{8E33BDF2-E28C-8742-9EF8-86EC2270E450}" v="956" dt="2026-02-26T00:43:00.067"/>
    <p1510:client id="{9EDFBB7F-8AB3-410E-A0D5-C230B3C7611C}" v="1" dt="2026-02-26T00:27:42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11DE524D-1D3B-8AD9-1F61-EF6F5E803BE7}"/>
    <pc:docChg chg="addSld modSld">
      <pc:chgData name="Guest User" userId="" providerId="Windows Live" clId="Web-{11DE524D-1D3B-8AD9-1F61-EF6F5E803BE7}" dt="2026-02-26T00:43:13.848" v="226" actId="20577"/>
      <pc:docMkLst>
        <pc:docMk/>
      </pc:docMkLst>
      <pc:sldChg chg="addSp modSp new">
        <pc:chgData name="Guest User" userId="" providerId="Windows Live" clId="Web-{11DE524D-1D3B-8AD9-1F61-EF6F5E803BE7}" dt="2026-02-26T00:43:13.848" v="226" actId="20577"/>
        <pc:sldMkLst>
          <pc:docMk/>
          <pc:sldMk cId="2640918862" sldId="267"/>
        </pc:sldMkLst>
        <pc:spChg chg="mod">
          <ac:chgData name="Guest User" userId="" providerId="Windows Live" clId="Web-{11DE524D-1D3B-8AD9-1F61-EF6F5E803BE7}" dt="2026-02-26T00:37:55.146" v="33" actId="20577"/>
          <ac:spMkLst>
            <pc:docMk/>
            <pc:sldMk cId="2640918862" sldId="267"/>
            <ac:spMk id="2" creationId="{B7A8732B-39EF-6EED-57C1-6697D60DEAF6}"/>
          </ac:spMkLst>
        </pc:spChg>
        <pc:spChg chg="mod">
          <ac:chgData name="Guest User" userId="" providerId="Windows Live" clId="Web-{11DE524D-1D3B-8AD9-1F61-EF6F5E803BE7}" dt="2026-02-26T00:41:04.317" v="172" actId="14100"/>
          <ac:spMkLst>
            <pc:docMk/>
            <pc:sldMk cId="2640918862" sldId="267"/>
            <ac:spMk id="3" creationId="{6F27504B-9B90-7273-87CD-C30B675BED8B}"/>
          </ac:spMkLst>
        </pc:spChg>
        <pc:spChg chg="add mod">
          <ac:chgData name="Guest User" userId="" providerId="Windows Live" clId="Web-{11DE524D-1D3B-8AD9-1F61-EF6F5E803BE7}" dt="2026-02-26T00:43:13.848" v="226" actId="20577"/>
          <ac:spMkLst>
            <pc:docMk/>
            <pc:sldMk cId="2640918862" sldId="267"/>
            <ac:spMk id="4" creationId="{39987414-C223-C31D-BF28-651BFF52A482}"/>
          </ac:spMkLst>
        </pc:spChg>
      </pc:sldChg>
    </pc:docChg>
  </pc:docChgLst>
  <pc:docChgLst>
    <pc:chgData name="Guest User" providerId="Windows Live" clId="Web-{2FD7DC73-F537-596E-C588-0B8088FC8F08}"/>
    <pc:docChg chg="modSld">
      <pc:chgData name="Guest User" userId="" providerId="Windows Live" clId="Web-{2FD7DC73-F537-596E-C588-0B8088FC8F08}" dt="2026-02-25T23:25:13.752" v="2" actId="20577"/>
      <pc:docMkLst>
        <pc:docMk/>
      </pc:docMkLst>
      <pc:sldChg chg="modSp">
        <pc:chgData name="Guest User" userId="" providerId="Windows Live" clId="Web-{2FD7DC73-F537-596E-C588-0B8088FC8F08}" dt="2026-02-25T23:25:13.752" v="2" actId="20577"/>
        <pc:sldMkLst>
          <pc:docMk/>
          <pc:sldMk cId="3782710046" sldId="257"/>
        </pc:sldMkLst>
        <pc:spChg chg="mod">
          <ac:chgData name="Guest User" userId="" providerId="Windows Live" clId="Web-{2FD7DC73-F537-596E-C588-0B8088FC8F08}" dt="2026-02-25T23:25:13.752" v="2" actId="20577"/>
          <ac:spMkLst>
            <pc:docMk/>
            <pc:sldMk cId="3782710046" sldId="257"/>
            <ac:spMk id="2" creationId="{6745ADB1-9523-A5C0-B3B6-F8CA719080AE}"/>
          </ac:spMkLst>
        </pc:spChg>
      </pc:sldChg>
    </pc:docChg>
  </pc:docChgLst>
  <pc:docChgLst>
    <pc:chgData name="Kaden Goodrid" userId="4300171f28d8dca7" providerId="LiveId" clId="{0281079E-ECF6-4EFF-89F9-81F35F686A94}"/>
    <pc:docChg chg="modSld">
      <pc:chgData name="Kaden Goodrid" userId="4300171f28d8dca7" providerId="LiveId" clId="{0281079E-ECF6-4EFF-89F9-81F35F686A94}" dt="2026-02-26T00:27:42.267" v="0" actId="20577"/>
      <pc:docMkLst>
        <pc:docMk/>
      </pc:docMkLst>
      <pc:sldChg chg="modSp mod">
        <pc:chgData name="Kaden Goodrid" userId="4300171f28d8dca7" providerId="LiveId" clId="{0281079E-ECF6-4EFF-89F9-81F35F686A94}" dt="2026-02-26T00:27:42.267" v="0" actId="20577"/>
        <pc:sldMkLst>
          <pc:docMk/>
          <pc:sldMk cId="3782710046" sldId="257"/>
        </pc:sldMkLst>
        <pc:spChg chg="mod">
          <ac:chgData name="Kaden Goodrid" userId="4300171f28d8dca7" providerId="LiveId" clId="{0281079E-ECF6-4EFF-89F9-81F35F686A94}" dt="2026-02-26T00:27:42.267" v="0" actId="20577"/>
          <ac:spMkLst>
            <pc:docMk/>
            <pc:sldMk cId="3782710046" sldId="257"/>
            <ac:spMk id="3" creationId="{F6B10586-0A75-DB76-149B-DB78ACF5794E}"/>
          </ac:spMkLst>
        </pc:spChg>
      </pc:sldChg>
    </pc:docChg>
  </pc:docChgLst>
  <pc:docChgLst>
    <pc:chgData name="Logan Titzer" userId="0a4c96c9eb067fed" providerId="Windows Live" clId="Web-{8E33BDF2-E28C-8742-9EF8-86EC2270E450}"/>
    <pc:docChg chg="addSld modSld sldOrd">
      <pc:chgData name="Logan Titzer" userId="0a4c96c9eb067fed" providerId="Windows Live" clId="Web-{8E33BDF2-E28C-8742-9EF8-86EC2270E450}" dt="2026-02-26T00:43:00.067" v="1078"/>
      <pc:docMkLst>
        <pc:docMk/>
      </pc:docMkLst>
      <pc:sldChg chg="modSp">
        <pc:chgData name="Logan Titzer" userId="0a4c96c9eb067fed" providerId="Windows Live" clId="Web-{8E33BDF2-E28C-8742-9EF8-86EC2270E450}" dt="2026-02-26T00:10:14.943" v="52" actId="14100"/>
        <pc:sldMkLst>
          <pc:docMk/>
          <pc:sldMk cId="3782710046" sldId="257"/>
        </pc:sldMkLst>
        <pc:spChg chg="mod">
          <ac:chgData name="Logan Titzer" userId="0a4c96c9eb067fed" providerId="Windows Live" clId="Web-{8E33BDF2-E28C-8742-9EF8-86EC2270E450}" dt="2026-02-26T00:08:52.694" v="40" actId="20577"/>
          <ac:spMkLst>
            <pc:docMk/>
            <pc:sldMk cId="3782710046" sldId="257"/>
            <ac:spMk id="3" creationId="{F6B10586-0A75-DB76-149B-DB78ACF5794E}"/>
          </ac:spMkLst>
        </pc:spChg>
        <pc:spChg chg="mod">
          <ac:chgData name="Logan Titzer" userId="0a4c96c9eb067fed" providerId="Windows Live" clId="Web-{8E33BDF2-E28C-8742-9EF8-86EC2270E450}" dt="2026-02-26T00:09:00.569" v="46" actId="20577"/>
          <ac:spMkLst>
            <pc:docMk/>
            <pc:sldMk cId="3782710046" sldId="257"/>
            <ac:spMk id="4" creationId="{D9C30F09-04AA-9688-FCEF-F49908BE760D}"/>
          </ac:spMkLst>
        </pc:spChg>
        <pc:spChg chg="mod">
          <ac:chgData name="Logan Titzer" userId="0a4c96c9eb067fed" providerId="Windows Live" clId="Web-{8E33BDF2-E28C-8742-9EF8-86EC2270E450}" dt="2026-02-26T00:10:14.943" v="52" actId="14100"/>
          <ac:spMkLst>
            <pc:docMk/>
            <pc:sldMk cId="3782710046" sldId="257"/>
            <ac:spMk id="5" creationId="{3B337ABC-61BE-6BD1-122A-15A83FD44F87}"/>
          </ac:spMkLst>
        </pc:spChg>
      </pc:sldChg>
      <pc:sldChg chg="modSp">
        <pc:chgData name="Logan Titzer" userId="0a4c96c9eb067fed" providerId="Windows Live" clId="Web-{8E33BDF2-E28C-8742-9EF8-86EC2270E450}" dt="2026-02-26T00:16:44.580" v="54" actId="14100"/>
        <pc:sldMkLst>
          <pc:docMk/>
          <pc:sldMk cId="3227647466" sldId="258"/>
        </pc:sldMkLst>
        <pc:spChg chg="mod">
          <ac:chgData name="Logan Titzer" userId="0a4c96c9eb067fed" providerId="Windows Live" clId="Web-{8E33BDF2-E28C-8742-9EF8-86EC2270E450}" dt="2026-02-26T00:16:44.580" v="54" actId="14100"/>
          <ac:spMkLst>
            <pc:docMk/>
            <pc:sldMk cId="3227647466" sldId="258"/>
            <ac:spMk id="4" creationId="{93DFC539-0E7B-7B16-565A-9C49B82366AB}"/>
          </ac:spMkLst>
        </pc:spChg>
      </pc:sldChg>
      <pc:sldChg chg="addSp delSp modSp new mod ord setBg">
        <pc:chgData name="Logan Titzer" userId="0a4c96c9eb067fed" providerId="Windows Live" clId="Web-{8E33BDF2-E28C-8742-9EF8-86EC2270E450}" dt="2026-02-26T00:43:00.067" v="1078"/>
        <pc:sldMkLst>
          <pc:docMk/>
          <pc:sldMk cId="2651224634" sldId="265"/>
        </pc:sldMkLst>
        <pc:spChg chg="mod">
          <ac:chgData name="Logan Titzer" userId="0a4c96c9eb067fed" providerId="Windows Live" clId="Web-{8E33BDF2-E28C-8742-9EF8-86EC2270E450}" dt="2026-02-26T00:32:09.764" v="511"/>
          <ac:spMkLst>
            <pc:docMk/>
            <pc:sldMk cId="2651224634" sldId="265"/>
            <ac:spMk id="2" creationId="{AA01329F-D458-19EA-29E1-7FB4CE484E07}"/>
          </ac:spMkLst>
        </pc:spChg>
        <pc:spChg chg="del mod">
          <ac:chgData name="Logan Titzer" userId="0a4c96c9eb067fed" providerId="Windows Live" clId="Web-{8E33BDF2-E28C-8742-9EF8-86EC2270E450}" dt="2026-02-26T00:32:09.764" v="511"/>
          <ac:spMkLst>
            <pc:docMk/>
            <pc:sldMk cId="2651224634" sldId="265"/>
            <ac:spMk id="3" creationId="{8579F617-0CB1-C62E-0BE4-C7686F03D9F5}"/>
          </ac:spMkLst>
        </pc:spChg>
        <pc:spChg chg="add del">
          <ac:chgData name="Logan Titzer" userId="0a4c96c9eb067fed" providerId="Windows Live" clId="Web-{8E33BDF2-E28C-8742-9EF8-86EC2270E450}" dt="2026-02-26T00:29:42.593" v="507"/>
          <ac:spMkLst>
            <pc:docMk/>
            <pc:sldMk cId="2651224634" sldId="265"/>
            <ac:spMk id="8" creationId="{5F710FDB-0919-493E-8539-8240C23F1EB2}"/>
          </ac:spMkLst>
        </pc:spChg>
        <pc:spChg chg="add del">
          <ac:chgData name="Logan Titzer" userId="0a4c96c9eb067fed" providerId="Windows Live" clId="Web-{8E33BDF2-E28C-8742-9EF8-86EC2270E450}" dt="2026-02-26T00:29:43.155" v="509"/>
          <ac:spMkLst>
            <pc:docMk/>
            <pc:sldMk cId="2651224634" sldId="265"/>
            <ac:spMk id="12" creationId="{5F710FDB-0919-493E-8539-8240C23F1EB2}"/>
          </ac:spMkLst>
        </pc:spChg>
        <pc:spChg chg="add del">
          <ac:chgData name="Logan Titzer" userId="0a4c96c9eb067fed" providerId="Windows Live" clId="Web-{8E33BDF2-E28C-8742-9EF8-86EC2270E450}" dt="2026-02-26T00:32:09.764" v="511"/>
          <ac:spMkLst>
            <pc:docMk/>
            <pc:sldMk cId="2651224634" sldId="265"/>
            <ac:spMk id="15" creationId="{5F710FDB-0919-493E-8539-8240C23F1EB2}"/>
          </ac:spMkLst>
        </pc:spChg>
        <pc:spChg chg="add">
          <ac:chgData name="Logan Titzer" userId="0a4c96c9eb067fed" providerId="Windows Live" clId="Web-{8E33BDF2-E28C-8742-9EF8-86EC2270E450}" dt="2026-02-26T00:32:09.764" v="511"/>
          <ac:spMkLst>
            <pc:docMk/>
            <pc:sldMk cId="2651224634" sldId="265"/>
            <ac:spMk id="22" creationId="{F68B2C62-7648-4430-90D5-AE0F252AF113}"/>
          </ac:spMkLst>
        </pc:spChg>
        <pc:spChg chg="add mod">
          <ac:chgData name="Logan Titzer" userId="0a4c96c9eb067fed" providerId="Windows Live" clId="Web-{8E33BDF2-E28C-8742-9EF8-86EC2270E450}" dt="2026-02-26T00:41:50.864" v="1074" actId="20577"/>
          <ac:spMkLst>
            <pc:docMk/>
            <pc:sldMk cId="2651224634" sldId="265"/>
            <ac:spMk id="606" creationId="{97275A22-707F-AFC7-6B91-58F55FABCE36}"/>
          </ac:spMkLst>
        </pc:spChg>
        <pc:graphicFrameChg chg="add del modGraphic">
          <ac:chgData name="Logan Titzer" userId="0a4c96c9eb067fed" providerId="Windows Live" clId="Web-{8E33BDF2-E28C-8742-9EF8-86EC2270E450}" dt="2026-02-26T00:34:19.994" v="657"/>
          <ac:graphicFrameMkLst>
            <pc:docMk/>
            <pc:sldMk cId="2651224634" sldId="265"/>
            <ac:graphicFrameMk id="18" creationId="{2F65EF72-55BF-E6A7-197D-A2F975228F6D}"/>
          </ac:graphicFrameMkLst>
        </pc:graphicFrameChg>
        <pc:cxnChg chg="add del">
          <ac:chgData name="Logan Titzer" userId="0a4c96c9eb067fed" providerId="Windows Live" clId="Web-{8E33BDF2-E28C-8742-9EF8-86EC2270E450}" dt="2026-02-26T00:29:42.593" v="507"/>
          <ac:cxnSpMkLst>
            <pc:docMk/>
            <pc:sldMk cId="2651224634" sldId="265"/>
            <ac:cxnSpMk id="10" creationId="{033715A5-8048-453E-A44A-0F17BBB481A4}"/>
          </ac:cxnSpMkLst>
        </pc:cxnChg>
        <pc:cxnChg chg="add del">
          <ac:chgData name="Logan Titzer" userId="0a4c96c9eb067fed" providerId="Windows Live" clId="Web-{8E33BDF2-E28C-8742-9EF8-86EC2270E450}" dt="2026-02-26T00:29:43.155" v="509"/>
          <ac:cxnSpMkLst>
            <pc:docMk/>
            <pc:sldMk cId="2651224634" sldId="265"/>
            <ac:cxnSpMk id="13" creationId="{8230C0A8-3E5C-476B-A64B-4D4FDE8D5A7C}"/>
          </ac:cxnSpMkLst>
        </pc:cxnChg>
        <pc:cxnChg chg="add del">
          <ac:chgData name="Logan Titzer" userId="0a4c96c9eb067fed" providerId="Windows Live" clId="Web-{8E33BDF2-E28C-8742-9EF8-86EC2270E450}" dt="2026-02-26T00:32:09.764" v="511"/>
          <ac:cxnSpMkLst>
            <pc:docMk/>
            <pc:sldMk cId="2651224634" sldId="265"/>
            <ac:cxnSpMk id="16" creationId="{033715A5-8048-453E-A44A-0F17BBB481A4}"/>
          </ac:cxnSpMkLst>
        </pc:cxnChg>
        <pc:cxnChg chg="add">
          <ac:chgData name="Logan Titzer" userId="0a4c96c9eb067fed" providerId="Windows Live" clId="Web-{8E33BDF2-E28C-8742-9EF8-86EC2270E450}" dt="2026-02-26T00:32:09.764" v="511"/>
          <ac:cxnSpMkLst>
            <pc:docMk/>
            <pc:sldMk cId="2651224634" sldId="265"/>
            <ac:cxnSpMk id="24" creationId="{0ADD27CF-4CE1-2871-1ABA-40FCA4D03214}"/>
          </ac:cxnSpMkLst>
        </pc:cxnChg>
      </pc:sldChg>
      <pc:sldChg chg="addSp delSp modSp new mod setBg">
        <pc:chgData name="Logan Titzer" userId="0a4c96c9eb067fed" providerId="Windows Live" clId="Web-{8E33BDF2-E28C-8742-9EF8-86EC2270E450}" dt="2026-02-26T00:42:48.988" v="1077"/>
        <pc:sldMkLst>
          <pc:docMk/>
          <pc:sldMk cId="2577307775" sldId="266"/>
        </pc:sldMkLst>
        <pc:spChg chg="mod">
          <ac:chgData name="Logan Titzer" userId="0a4c96c9eb067fed" providerId="Windows Live" clId="Web-{8E33BDF2-E28C-8742-9EF8-86EC2270E450}" dt="2026-02-26T00:42:48.988" v="1077"/>
          <ac:spMkLst>
            <pc:docMk/>
            <pc:sldMk cId="2577307775" sldId="266"/>
            <ac:spMk id="2" creationId="{045D8B29-62F9-E134-FF1D-13A55601CF8A}"/>
          </ac:spMkLst>
        </pc:spChg>
        <pc:spChg chg="add del mod">
          <ac:chgData name="Logan Titzer" userId="0a4c96c9eb067fed" providerId="Windows Live" clId="Web-{8E33BDF2-E28C-8742-9EF8-86EC2270E450}" dt="2026-02-26T00:42:48.988" v="1077"/>
          <ac:spMkLst>
            <pc:docMk/>
            <pc:sldMk cId="2577307775" sldId="266"/>
            <ac:spMk id="3" creationId="{68AA1E25-7242-8E33-9238-2DB585956A42}"/>
          </ac:spMkLst>
        </pc:spChg>
        <pc:spChg chg="add del">
          <ac:chgData name="Logan Titzer" userId="0a4c96c9eb067fed" providerId="Windows Live" clId="Web-{8E33BDF2-E28C-8742-9EF8-86EC2270E450}" dt="2026-02-26T00:42:48.957" v="1076"/>
          <ac:spMkLst>
            <pc:docMk/>
            <pc:sldMk cId="2577307775" sldId="266"/>
            <ac:spMk id="9" creationId="{F68B2C62-7648-4430-90D5-AE0F252AF113}"/>
          </ac:spMkLst>
        </pc:spChg>
        <pc:spChg chg="add">
          <ac:chgData name="Logan Titzer" userId="0a4c96c9eb067fed" providerId="Windows Live" clId="Web-{8E33BDF2-E28C-8742-9EF8-86EC2270E450}" dt="2026-02-26T00:42:48.988" v="1077"/>
          <ac:spMkLst>
            <pc:docMk/>
            <pc:sldMk cId="2577307775" sldId="266"/>
            <ac:spMk id="14" creationId="{F68B2C62-7648-4430-90D5-AE0F252AF113}"/>
          </ac:spMkLst>
        </pc:spChg>
        <pc:graphicFrameChg chg="add del">
          <ac:chgData name="Logan Titzer" userId="0a4c96c9eb067fed" providerId="Windows Live" clId="Web-{8E33BDF2-E28C-8742-9EF8-86EC2270E450}" dt="2026-02-26T00:42:48.957" v="1076"/>
          <ac:graphicFrameMkLst>
            <pc:docMk/>
            <pc:sldMk cId="2577307775" sldId="266"/>
            <ac:graphicFrameMk id="5" creationId="{9D3A117B-6310-AD84-90C1-F57E4BCEA68D}"/>
          </ac:graphicFrameMkLst>
        </pc:graphicFrameChg>
        <pc:graphicFrameChg chg="add">
          <ac:chgData name="Logan Titzer" userId="0a4c96c9eb067fed" providerId="Windows Live" clId="Web-{8E33BDF2-E28C-8742-9EF8-86EC2270E450}" dt="2026-02-26T00:42:48.988" v="1077"/>
          <ac:graphicFrameMkLst>
            <pc:docMk/>
            <pc:sldMk cId="2577307775" sldId="266"/>
            <ac:graphicFrameMk id="16" creationId="{AF6D893D-A995-DB8C-EBA7-90398DA19563}"/>
          </ac:graphicFrameMkLst>
        </pc:graphicFrameChg>
        <pc:cxnChg chg="add del">
          <ac:chgData name="Logan Titzer" userId="0a4c96c9eb067fed" providerId="Windows Live" clId="Web-{8E33BDF2-E28C-8742-9EF8-86EC2270E450}" dt="2026-02-26T00:42:48.957" v="1076"/>
          <ac:cxnSpMkLst>
            <pc:docMk/>
            <pc:sldMk cId="2577307775" sldId="266"/>
            <ac:cxnSpMk id="11" creationId="{4BFD5B9F-5FB6-467D-83D5-DF82F1907354}"/>
          </ac:cxnSpMkLst>
        </pc:cxnChg>
        <pc:cxnChg chg="add">
          <ac:chgData name="Logan Titzer" userId="0a4c96c9eb067fed" providerId="Windows Live" clId="Web-{8E33BDF2-E28C-8742-9EF8-86EC2270E450}" dt="2026-02-26T00:42:48.988" v="1077"/>
          <ac:cxnSpMkLst>
            <pc:docMk/>
            <pc:sldMk cId="2577307775" sldId="266"/>
            <ac:cxnSpMk id="13" creationId="{9D74C2FC-3228-4FC1-B97B-87AD35508D91}"/>
          </ac:cxnSpMkLst>
        </pc:cxnChg>
        <pc:cxnChg chg="add">
          <ac:chgData name="Logan Titzer" userId="0a4c96c9eb067fed" providerId="Windows Live" clId="Web-{8E33BDF2-E28C-8742-9EF8-86EC2270E450}" dt="2026-02-26T00:42:48.988" v="1077"/>
          <ac:cxnSpMkLst>
            <pc:docMk/>
            <pc:sldMk cId="2577307775" sldId="266"/>
            <ac:cxnSpMk id="15" creationId="{AAD0195E-7F27-4D06-9427-0C121D721A14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EDE889-7D62-4229-B0F2-5BAFFFE15DF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DB805B-E753-4A68-952D-8DFD5789EBA5}">
      <dgm:prSet/>
      <dgm:spPr/>
      <dgm:t>
        <a:bodyPr/>
        <a:lstStyle/>
        <a:p>
          <a:r>
            <a:rPr lang="en-US"/>
            <a:t>Thought it would be more fun</a:t>
          </a:r>
        </a:p>
      </dgm:t>
    </dgm:pt>
    <dgm:pt modelId="{14FAE0CE-71CB-40C0-BF58-F93CC6B06766}" type="parTrans" cxnId="{BBBF154E-FF04-44EC-830B-DD4EE1824CAA}">
      <dgm:prSet/>
      <dgm:spPr/>
      <dgm:t>
        <a:bodyPr/>
        <a:lstStyle/>
        <a:p>
          <a:endParaRPr lang="en-US"/>
        </a:p>
      </dgm:t>
    </dgm:pt>
    <dgm:pt modelId="{CEA8FFD8-E70D-4BB5-A690-CC64FD665F7F}" type="sibTrans" cxnId="{BBBF154E-FF04-44EC-830B-DD4EE1824CAA}">
      <dgm:prSet/>
      <dgm:spPr/>
      <dgm:t>
        <a:bodyPr/>
        <a:lstStyle/>
        <a:p>
          <a:endParaRPr lang="en-US"/>
        </a:p>
      </dgm:t>
    </dgm:pt>
    <dgm:pt modelId="{58AE9FCB-44C5-4B9A-A014-F454BD3C1A6A}">
      <dgm:prSet/>
      <dgm:spPr/>
      <dgm:t>
        <a:bodyPr/>
        <a:lstStyle/>
        <a:p>
          <a:r>
            <a:rPr lang="en-US"/>
            <a:t>Decided to use Unity at Dr. Han's recommendation</a:t>
          </a:r>
        </a:p>
      </dgm:t>
    </dgm:pt>
    <dgm:pt modelId="{816D2882-4602-42B0-84AD-9FB4A5073935}" type="parTrans" cxnId="{1A088860-347E-476E-A527-4E1FD084ECBC}">
      <dgm:prSet/>
      <dgm:spPr/>
      <dgm:t>
        <a:bodyPr/>
        <a:lstStyle/>
        <a:p>
          <a:endParaRPr lang="en-US"/>
        </a:p>
      </dgm:t>
    </dgm:pt>
    <dgm:pt modelId="{AD57575D-4249-44EF-8A49-F9C29F617290}" type="sibTrans" cxnId="{1A088860-347E-476E-A527-4E1FD084ECBC}">
      <dgm:prSet/>
      <dgm:spPr/>
      <dgm:t>
        <a:bodyPr/>
        <a:lstStyle/>
        <a:p>
          <a:endParaRPr lang="en-US"/>
        </a:p>
      </dgm:t>
    </dgm:pt>
    <dgm:pt modelId="{A402BAEC-DDC4-4321-BFDF-BC8DF0A7A404}">
      <dgm:prSet/>
      <dgm:spPr/>
      <dgm:t>
        <a:bodyPr/>
        <a:lstStyle/>
        <a:p>
          <a:r>
            <a:rPr lang="en-US"/>
            <a:t>Multiplayer game fits better with development environment and experience level</a:t>
          </a:r>
        </a:p>
      </dgm:t>
    </dgm:pt>
    <dgm:pt modelId="{5183C4AC-62DB-4CFF-B0BB-9F41556E49F3}" type="parTrans" cxnId="{407E0860-241F-4773-954F-D8325B4516D7}">
      <dgm:prSet/>
      <dgm:spPr/>
      <dgm:t>
        <a:bodyPr/>
        <a:lstStyle/>
        <a:p>
          <a:endParaRPr lang="en-US"/>
        </a:p>
      </dgm:t>
    </dgm:pt>
    <dgm:pt modelId="{419307F0-AE46-4796-B500-E23F4393DCA0}" type="sibTrans" cxnId="{407E0860-241F-4773-954F-D8325B4516D7}">
      <dgm:prSet/>
      <dgm:spPr/>
      <dgm:t>
        <a:bodyPr/>
        <a:lstStyle/>
        <a:p>
          <a:endParaRPr lang="en-US"/>
        </a:p>
      </dgm:t>
    </dgm:pt>
    <dgm:pt modelId="{7E794A5B-78A6-4174-AFA2-ABE2482CF377}">
      <dgm:prSet/>
      <dgm:spPr/>
      <dgm:t>
        <a:bodyPr/>
        <a:lstStyle/>
        <a:p>
          <a:r>
            <a:rPr lang="en-US"/>
            <a:t>Allows us to put more attention toward one game = higher quality end product</a:t>
          </a:r>
        </a:p>
      </dgm:t>
    </dgm:pt>
    <dgm:pt modelId="{70087F16-CD6F-4E35-9FAE-A6870D28B573}" type="parTrans" cxnId="{B818199F-8E14-48BB-B167-DAF981F90835}">
      <dgm:prSet/>
      <dgm:spPr/>
      <dgm:t>
        <a:bodyPr/>
        <a:lstStyle/>
        <a:p>
          <a:endParaRPr lang="en-US"/>
        </a:p>
      </dgm:t>
    </dgm:pt>
    <dgm:pt modelId="{7C1B0141-EBB4-4532-9208-7E98C963780F}" type="sibTrans" cxnId="{B818199F-8E14-48BB-B167-DAF981F90835}">
      <dgm:prSet/>
      <dgm:spPr/>
      <dgm:t>
        <a:bodyPr/>
        <a:lstStyle/>
        <a:p>
          <a:endParaRPr lang="en-US"/>
        </a:p>
      </dgm:t>
    </dgm:pt>
    <dgm:pt modelId="{8C121004-06CA-4F09-B71E-370C483E8849}" type="pres">
      <dgm:prSet presAssocID="{9FEDE889-7D62-4229-B0F2-5BAFFFE15D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CA25021-89A3-4D71-8512-4D4693B72302}" type="pres">
      <dgm:prSet presAssocID="{78DB805B-E753-4A68-952D-8DFD5789EBA5}" presName="hierRoot1" presStyleCnt="0"/>
      <dgm:spPr/>
    </dgm:pt>
    <dgm:pt modelId="{08C8A268-E76F-436F-A913-87139E4B12C1}" type="pres">
      <dgm:prSet presAssocID="{78DB805B-E753-4A68-952D-8DFD5789EBA5}" presName="composite" presStyleCnt="0"/>
      <dgm:spPr/>
    </dgm:pt>
    <dgm:pt modelId="{F9BEAF15-2C65-4E20-8FBA-6FBDE16BF71F}" type="pres">
      <dgm:prSet presAssocID="{78DB805B-E753-4A68-952D-8DFD5789EBA5}" presName="background" presStyleLbl="node0" presStyleIdx="0" presStyleCnt="4"/>
      <dgm:spPr/>
    </dgm:pt>
    <dgm:pt modelId="{A5435EA1-9AA9-4F9B-9A2A-62FDF828EA04}" type="pres">
      <dgm:prSet presAssocID="{78DB805B-E753-4A68-952D-8DFD5789EBA5}" presName="text" presStyleLbl="fgAcc0" presStyleIdx="0" presStyleCnt="4">
        <dgm:presLayoutVars>
          <dgm:chPref val="3"/>
        </dgm:presLayoutVars>
      </dgm:prSet>
      <dgm:spPr/>
    </dgm:pt>
    <dgm:pt modelId="{87AF4B03-10E9-4682-B305-3A2A8AF8C749}" type="pres">
      <dgm:prSet presAssocID="{78DB805B-E753-4A68-952D-8DFD5789EBA5}" presName="hierChild2" presStyleCnt="0"/>
      <dgm:spPr/>
    </dgm:pt>
    <dgm:pt modelId="{C8CF461B-A026-4789-8D08-6FEAA9DC9B1C}" type="pres">
      <dgm:prSet presAssocID="{58AE9FCB-44C5-4B9A-A014-F454BD3C1A6A}" presName="hierRoot1" presStyleCnt="0"/>
      <dgm:spPr/>
    </dgm:pt>
    <dgm:pt modelId="{A0EDADD6-A5E7-42B7-B9AB-154921C1FB97}" type="pres">
      <dgm:prSet presAssocID="{58AE9FCB-44C5-4B9A-A014-F454BD3C1A6A}" presName="composite" presStyleCnt="0"/>
      <dgm:spPr/>
    </dgm:pt>
    <dgm:pt modelId="{73A25713-5781-4B6C-8F12-FD53EF438799}" type="pres">
      <dgm:prSet presAssocID="{58AE9FCB-44C5-4B9A-A014-F454BD3C1A6A}" presName="background" presStyleLbl="node0" presStyleIdx="1" presStyleCnt="4"/>
      <dgm:spPr/>
    </dgm:pt>
    <dgm:pt modelId="{98242BB4-0FBC-4D80-A2D5-9AE8500D8218}" type="pres">
      <dgm:prSet presAssocID="{58AE9FCB-44C5-4B9A-A014-F454BD3C1A6A}" presName="text" presStyleLbl="fgAcc0" presStyleIdx="1" presStyleCnt="4">
        <dgm:presLayoutVars>
          <dgm:chPref val="3"/>
        </dgm:presLayoutVars>
      </dgm:prSet>
      <dgm:spPr/>
    </dgm:pt>
    <dgm:pt modelId="{26946AB8-50D1-4833-9E24-60C8AEE0A468}" type="pres">
      <dgm:prSet presAssocID="{58AE9FCB-44C5-4B9A-A014-F454BD3C1A6A}" presName="hierChild2" presStyleCnt="0"/>
      <dgm:spPr/>
    </dgm:pt>
    <dgm:pt modelId="{3FE6DDAB-5580-4923-9F85-B3ACAAD7F478}" type="pres">
      <dgm:prSet presAssocID="{A402BAEC-DDC4-4321-BFDF-BC8DF0A7A404}" presName="hierRoot1" presStyleCnt="0"/>
      <dgm:spPr/>
    </dgm:pt>
    <dgm:pt modelId="{EF5D3A91-771C-4EC0-994A-0D1B17966EFE}" type="pres">
      <dgm:prSet presAssocID="{A402BAEC-DDC4-4321-BFDF-BC8DF0A7A404}" presName="composite" presStyleCnt="0"/>
      <dgm:spPr/>
    </dgm:pt>
    <dgm:pt modelId="{26F699B6-F3BB-450B-91F0-9493E2BDC7A1}" type="pres">
      <dgm:prSet presAssocID="{A402BAEC-DDC4-4321-BFDF-BC8DF0A7A404}" presName="background" presStyleLbl="node0" presStyleIdx="2" presStyleCnt="4"/>
      <dgm:spPr/>
    </dgm:pt>
    <dgm:pt modelId="{9B2C0792-7EDF-407C-A4CD-63C90ED8B68E}" type="pres">
      <dgm:prSet presAssocID="{A402BAEC-DDC4-4321-BFDF-BC8DF0A7A404}" presName="text" presStyleLbl="fgAcc0" presStyleIdx="2" presStyleCnt="4">
        <dgm:presLayoutVars>
          <dgm:chPref val="3"/>
        </dgm:presLayoutVars>
      </dgm:prSet>
      <dgm:spPr/>
    </dgm:pt>
    <dgm:pt modelId="{A4D12F2D-99BB-4D40-8D46-F3B98B40B1C3}" type="pres">
      <dgm:prSet presAssocID="{A402BAEC-DDC4-4321-BFDF-BC8DF0A7A404}" presName="hierChild2" presStyleCnt="0"/>
      <dgm:spPr/>
    </dgm:pt>
    <dgm:pt modelId="{7FDA7797-4BB2-4606-B67A-04DB1D9D4ADF}" type="pres">
      <dgm:prSet presAssocID="{7E794A5B-78A6-4174-AFA2-ABE2482CF377}" presName="hierRoot1" presStyleCnt="0"/>
      <dgm:spPr/>
    </dgm:pt>
    <dgm:pt modelId="{D0164977-2042-4A5E-BC82-358DEC21DCAD}" type="pres">
      <dgm:prSet presAssocID="{7E794A5B-78A6-4174-AFA2-ABE2482CF377}" presName="composite" presStyleCnt="0"/>
      <dgm:spPr/>
    </dgm:pt>
    <dgm:pt modelId="{4AD68BF6-11A3-4E02-87DC-2F7E754535C7}" type="pres">
      <dgm:prSet presAssocID="{7E794A5B-78A6-4174-AFA2-ABE2482CF377}" presName="background" presStyleLbl="node0" presStyleIdx="3" presStyleCnt="4"/>
      <dgm:spPr/>
    </dgm:pt>
    <dgm:pt modelId="{DE9C5327-23DC-4FC1-8A5D-61F9E0EF8F3D}" type="pres">
      <dgm:prSet presAssocID="{7E794A5B-78A6-4174-AFA2-ABE2482CF377}" presName="text" presStyleLbl="fgAcc0" presStyleIdx="3" presStyleCnt="4">
        <dgm:presLayoutVars>
          <dgm:chPref val="3"/>
        </dgm:presLayoutVars>
      </dgm:prSet>
      <dgm:spPr/>
    </dgm:pt>
    <dgm:pt modelId="{B78B5EBD-1A1B-45DA-9197-1009618CF1D3}" type="pres">
      <dgm:prSet presAssocID="{7E794A5B-78A6-4174-AFA2-ABE2482CF377}" presName="hierChild2" presStyleCnt="0"/>
      <dgm:spPr/>
    </dgm:pt>
  </dgm:ptLst>
  <dgm:cxnLst>
    <dgm:cxn modelId="{73925B5B-68A4-4C3D-98BE-C73D11D18B09}" type="presOf" srcId="{7E794A5B-78A6-4174-AFA2-ABE2482CF377}" destId="{DE9C5327-23DC-4FC1-8A5D-61F9E0EF8F3D}" srcOrd="0" destOrd="0" presId="urn:microsoft.com/office/officeart/2005/8/layout/hierarchy1"/>
    <dgm:cxn modelId="{407E0860-241F-4773-954F-D8325B4516D7}" srcId="{9FEDE889-7D62-4229-B0F2-5BAFFFE15DF7}" destId="{A402BAEC-DDC4-4321-BFDF-BC8DF0A7A404}" srcOrd="2" destOrd="0" parTransId="{5183C4AC-62DB-4CFF-B0BB-9F41556E49F3}" sibTransId="{419307F0-AE46-4796-B500-E23F4393DCA0}"/>
    <dgm:cxn modelId="{1A088860-347E-476E-A527-4E1FD084ECBC}" srcId="{9FEDE889-7D62-4229-B0F2-5BAFFFE15DF7}" destId="{58AE9FCB-44C5-4B9A-A014-F454BD3C1A6A}" srcOrd="1" destOrd="0" parTransId="{816D2882-4602-42B0-84AD-9FB4A5073935}" sibTransId="{AD57575D-4249-44EF-8A49-F9C29F617290}"/>
    <dgm:cxn modelId="{BBBF154E-FF04-44EC-830B-DD4EE1824CAA}" srcId="{9FEDE889-7D62-4229-B0F2-5BAFFFE15DF7}" destId="{78DB805B-E753-4A68-952D-8DFD5789EBA5}" srcOrd="0" destOrd="0" parTransId="{14FAE0CE-71CB-40C0-BF58-F93CC6B06766}" sibTransId="{CEA8FFD8-E70D-4BB5-A690-CC64FD665F7F}"/>
    <dgm:cxn modelId="{AC2A7373-9097-47A3-BF99-18C95E910C3D}" type="presOf" srcId="{58AE9FCB-44C5-4B9A-A014-F454BD3C1A6A}" destId="{98242BB4-0FBC-4D80-A2D5-9AE8500D8218}" srcOrd="0" destOrd="0" presId="urn:microsoft.com/office/officeart/2005/8/layout/hierarchy1"/>
    <dgm:cxn modelId="{07F5817F-BB0F-4E07-AE1C-486D119E1409}" type="presOf" srcId="{9FEDE889-7D62-4229-B0F2-5BAFFFE15DF7}" destId="{8C121004-06CA-4F09-B71E-370C483E8849}" srcOrd="0" destOrd="0" presId="urn:microsoft.com/office/officeart/2005/8/layout/hierarchy1"/>
    <dgm:cxn modelId="{1ADBF891-49EE-41FE-B82C-3A054F1082DD}" type="presOf" srcId="{78DB805B-E753-4A68-952D-8DFD5789EBA5}" destId="{A5435EA1-9AA9-4F9B-9A2A-62FDF828EA04}" srcOrd="0" destOrd="0" presId="urn:microsoft.com/office/officeart/2005/8/layout/hierarchy1"/>
    <dgm:cxn modelId="{B818199F-8E14-48BB-B167-DAF981F90835}" srcId="{9FEDE889-7D62-4229-B0F2-5BAFFFE15DF7}" destId="{7E794A5B-78A6-4174-AFA2-ABE2482CF377}" srcOrd="3" destOrd="0" parTransId="{70087F16-CD6F-4E35-9FAE-A6870D28B573}" sibTransId="{7C1B0141-EBB4-4532-9208-7E98C963780F}"/>
    <dgm:cxn modelId="{4C2EF1E3-92E8-42CC-A17A-B4A92FAAFB72}" type="presOf" srcId="{A402BAEC-DDC4-4321-BFDF-BC8DF0A7A404}" destId="{9B2C0792-7EDF-407C-A4CD-63C90ED8B68E}" srcOrd="0" destOrd="0" presId="urn:microsoft.com/office/officeart/2005/8/layout/hierarchy1"/>
    <dgm:cxn modelId="{A5193FE3-D41E-4979-BD71-56D5FCE7CFAD}" type="presParOf" srcId="{8C121004-06CA-4F09-B71E-370C483E8849}" destId="{4CA25021-89A3-4D71-8512-4D4693B72302}" srcOrd="0" destOrd="0" presId="urn:microsoft.com/office/officeart/2005/8/layout/hierarchy1"/>
    <dgm:cxn modelId="{368CEAA0-CA50-4C40-AC5B-B7C82F8619EA}" type="presParOf" srcId="{4CA25021-89A3-4D71-8512-4D4693B72302}" destId="{08C8A268-E76F-436F-A913-87139E4B12C1}" srcOrd="0" destOrd="0" presId="urn:microsoft.com/office/officeart/2005/8/layout/hierarchy1"/>
    <dgm:cxn modelId="{D85F6B09-9FB6-4FC8-8762-5706AB592321}" type="presParOf" srcId="{08C8A268-E76F-436F-A913-87139E4B12C1}" destId="{F9BEAF15-2C65-4E20-8FBA-6FBDE16BF71F}" srcOrd="0" destOrd="0" presId="urn:microsoft.com/office/officeart/2005/8/layout/hierarchy1"/>
    <dgm:cxn modelId="{7E64D9E3-45A3-456F-8C00-EABBFA2257BE}" type="presParOf" srcId="{08C8A268-E76F-436F-A913-87139E4B12C1}" destId="{A5435EA1-9AA9-4F9B-9A2A-62FDF828EA04}" srcOrd="1" destOrd="0" presId="urn:microsoft.com/office/officeart/2005/8/layout/hierarchy1"/>
    <dgm:cxn modelId="{87496623-B11A-4B30-8CAB-7D0116866D4E}" type="presParOf" srcId="{4CA25021-89A3-4D71-8512-4D4693B72302}" destId="{87AF4B03-10E9-4682-B305-3A2A8AF8C749}" srcOrd="1" destOrd="0" presId="urn:microsoft.com/office/officeart/2005/8/layout/hierarchy1"/>
    <dgm:cxn modelId="{960064EB-BEED-44FD-83BB-3F0E44AFACCE}" type="presParOf" srcId="{8C121004-06CA-4F09-B71E-370C483E8849}" destId="{C8CF461B-A026-4789-8D08-6FEAA9DC9B1C}" srcOrd="1" destOrd="0" presId="urn:microsoft.com/office/officeart/2005/8/layout/hierarchy1"/>
    <dgm:cxn modelId="{8462608B-64F8-422B-BDAB-2C02E637ABC5}" type="presParOf" srcId="{C8CF461B-A026-4789-8D08-6FEAA9DC9B1C}" destId="{A0EDADD6-A5E7-42B7-B9AB-154921C1FB97}" srcOrd="0" destOrd="0" presId="urn:microsoft.com/office/officeart/2005/8/layout/hierarchy1"/>
    <dgm:cxn modelId="{EC231E30-1416-4051-8159-BD71E6A98051}" type="presParOf" srcId="{A0EDADD6-A5E7-42B7-B9AB-154921C1FB97}" destId="{73A25713-5781-4B6C-8F12-FD53EF438799}" srcOrd="0" destOrd="0" presId="urn:microsoft.com/office/officeart/2005/8/layout/hierarchy1"/>
    <dgm:cxn modelId="{EA52D913-D2F3-4BCE-9C22-C82AA3D37A4D}" type="presParOf" srcId="{A0EDADD6-A5E7-42B7-B9AB-154921C1FB97}" destId="{98242BB4-0FBC-4D80-A2D5-9AE8500D8218}" srcOrd="1" destOrd="0" presId="urn:microsoft.com/office/officeart/2005/8/layout/hierarchy1"/>
    <dgm:cxn modelId="{94412455-C246-4757-9BE2-87268425E0F0}" type="presParOf" srcId="{C8CF461B-A026-4789-8D08-6FEAA9DC9B1C}" destId="{26946AB8-50D1-4833-9E24-60C8AEE0A468}" srcOrd="1" destOrd="0" presId="urn:microsoft.com/office/officeart/2005/8/layout/hierarchy1"/>
    <dgm:cxn modelId="{36773101-5744-4641-981E-964EB094085D}" type="presParOf" srcId="{8C121004-06CA-4F09-B71E-370C483E8849}" destId="{3FE6DDAB-5580-4923-9F85-B3ACAAD7F478}" srcOrd="2" destOrd="0" presId="urn:microsoft.com/office/officeart/2005/8/layout/hierarchy1"/>
    <dgm:cxn modelId="{23B4E07A-945B-4594-B1B7-CC87476C9A25}" type="presParOf" srcId="{3FE6DDAB-5580-4923-9F85-B3ACAAD7F478}" destId="{EF5D3A91-771C-4EC0-994A-0D1B17966EFE}" srcOrd="0" destOrd="0" presId="urn:microsoft.com/office/officeart/2005/8/layout/hierarchy1"/>
    <dgm:cxn modelId="{ECE2D79F-ABDD-4F56-984C-C580CB122E3E}" type="presParOf" srcId="{EF5D3A91-771C-4EC0-994A-0D1B17966EFE}" destId="{26F699B6-F3BB-450B-91F0-9493E2BDC7A1}" srcOrd="0" destOrd="0" presId="urn:microsoft.com/office/officeart/2005/8/layout/hierarchy1"/>
    <dgm:cxn modelId="{BC2CC658-8D28-413E-BC21-C1A95BA53B5F}" type="presParOf" srcId="{EF5D3A91-771C-4EC0-994A-0D1B17966EFE}" destId="{9B2C0792-7EDF-407C-A4CD-63C90ED8B68E}" srcOrd="1" destOrd="0" presId="urn:microsoft.com/office/officeart/2005/8/layout/hierarchy1"/>
    <dgm:cxn modelId="{126950FF-A597-4E29-A18A-DC7BB53203D2}" type="presParOf" srcId="{3FE6DDAB-5580-4923-9F85-B3ACAAD7F478}" destId="{A4D12F2D-99BB-4D40-8D46-F3B98B40B1C3}" srcOrd="1" destOrd="0" presId="urn:microsoft.com/office/officeart/2005/8/layout/hierarchy1"/>
    <dgm:cxn modelId="{94E37F68-B005-4E41-94BF-A2CFE6FDE4EE}" type="presParOf" srcId="{8C121004-06CA-4F09-B71E-370C483E8849}" destId="{7FDA7797-4BB2-4606-B67A-04DB1D9D4ADF}" srcOrd="3" destOrd="0" presId="urn:microsoft.com/office/officeart/2005/8/layout/hierarchy1"/>
    <dgm:cxn modelId="{010D5791-D10A-4A85-BB85-3B081616E812}" type="presParOf" srcId="{7FDA7797-4BB2-4606-B67A-04DB1D9D4ADF}" destId="{D0164977-2042-4A5E-BC82-358DEC21DCAD}" srcOrd="0" destOrd="0" presId="urn:microsoft.com/office/officeart/2005/8/layout/hierarchy1"/>
    <dgm:cxn modelId="{03000DE8-FFCD-4AEC-AB1A-A6EBDE0EEA24}" type="presParOf" srcId="{D0164977-2042-4A5E-BC82-358DEC21DCAD}" destId="{4AD68BF6-11A3-4E02-87DC-2F7E754535C7}" srcOrd="0" destOrd="0" presId="urn:microsoft.com/office/officeart/2005/8/layout/hierarchy1"/>
    <dgm:cxn modelId="{178923EE-3C45-42D1-94ED-37E1F6549D60}" type="presParOf" srcId="{D0164977-2042-4A5E-BC82-358DEC21DCAD}" destId="{DE9C5327-23DC-4FC1-8A5D-61F9E0EF8F3D}" srcOrd="1" destOrd="0" presId="urn:microsoft.com/office/officeart/2005/8/layout/hierarchy1"/>
    <dgm:cxn modelId="{8C4F4FCC-47F5-4C2D-B2D2-38185960E27C}" type="presParOf" srcId="{7FDA7797-4BB2-4606-B67A-04DB1D9D4ADF}" destId="{B78B5EBD-1A1B-45DA-9197-1009618CF1D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27B0BD-05DF-477E-8926-CA92CC492C6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B1E363-2EB9-460C-8D4C-FED73823F133}">
      <dgm:prSet/>
      <dgm:spPr/>
      <dgm:t>
        <a:bodyPr/>
        <a:lstStyle/>
        <a:p>
          <a:r>
            <a:rPr lang="en-US"/>
            <a:t>Clear role separation</a:t>
          </a:r>
        </a:p>
      </dgm:t>
    </dgm:pt>
    <dgm:pt modelId="{65A0B84D-4E4F-4C8F-9382-442AF511955D}" type="parTrans" cxnId="{CDF522E0-F704-4EC8-9C97-7EA0B3D3223F}">
      <dgm:prSet/>
      <dgm:spPr/>
      <dgm:t>
        <a:bodyPr/>
        <a:lstStyle/>
        <a:p>
          <a:endParaRPr lang="en-US"/>
        </a:p>
      </dgm:t>
    </dgm:pt>
    <dgm:pt modelId="{4A2FC579-84EF-447A-B97F-A05A2FE59982}" type="sibTrans" cxnId="{CDF522E0-F704-4EC8-9C97-7EA0B3D3223F}">
      <dgm:prSet/>
      <dgm:spPr/>
      <dgm:t>
        <a:bodyPr/>
        <a:lstStyle/>
        <a:p>
          <a:endParaRPr lang="en-US"/>
        </a:p>
      </dgm:t>
    </dgm:pt>
    <dgm:pt modelId="{D0F5D3D5-1D09-4177-9FC7-09BEBA258D1D}">
      <dgm:prSet/>
      <dgm:spPr/>
      <dgm:t>
        <a:bodyPr/>
        <a:lstStyle/>
        <a:p>
          <a:r>
            <a:rPr lang="en-US"/>
            <a:t>Structured release plan</a:t>
          </a:r>
        </a:p>
      </dgm:t>
    </dgm:pt>
    <dgm:pt modelId="{21110695-FA10-4F8E-9E16-A01E0D5B0F43}" type="parTrans" cxnId="{D52D13DA-188D-43A2-9C64-5EA4997037AC}">
      <dgm:prSet/>
      <dgm:spPr/>
      <dgm:t>
        <a:bodyPr/>
        <a:lstStyle/>
        <a:p>
          <a:endParaRPr lang="en-US"/>
        </a:p>
      </dgm:t>
    </dgm:pt>
    <dgm:pt modelId="{FEA284A2-B1CE-4066-9FC9-4B9C381FD2B4}" type="sibTrans" cxnId="{D52D13DA-188D-43A2-9C64-5EA4997037AC}">
      <dgm:prSet/>
      <dgm:spPr/>
      <dgm:t>
        <a:bodyPr/>
        <a:lstStyle/>
        <a:p>
          <a:endParaRPr lang="en-US"/>
        </a:p>
      </dgm:t>
    </dgm:pt>
    <dgm:pt modelId="{599F6DDA-EDDE-4B69-BCB0-BFBC0FD7FE6E}">
      <dgm:prSet/>
      <dgm:spPr/>
      <dgm:t>
        <a:bodyPr/>
        <a:lstStyle/>
        <a:p>
          <a:r>
            <a:rPr lang="en-US"/>
            <a:t>Professional Git workflow</a:t>
          </a:r>
        </a:p>
      </dgm:t>
    </dgm:pt>
    <dgm:pt modelId="{6AC9CF9B-4502-47F1-9F8D-BDB99B85C86E}" type="parTrans" cxnId="{0E0E84B4-1A23-41F1-9C0B-DA4563F1A25A}">
      <dgm:prSet/>
      <dgm:spPr/>
      <dgm:t>
        <a:bodyPr/>
        <a:lstStyle/>
        <a:p>
          <a:endParaRPr lang="en-US"/>
        </a:p>
      </dgm:t>
    </dgm:pt>
    <dgm:pt modelId="{669EAAF9-71D8-4395-988D-1BC268580325}" type="sibTrans" cxnId="{0E0E84B4-1A23-41F1-9C0B-DA4563F1A25A}">
      <dgm:prSet/>
      <dgm:spPr/>
      <dgm:t>
        <a:bodyPr/>
        <a:lstStyle/>
        <a:p>
          <a:endParaRPr lang="en-US"/>
        </a:p>
      </dgm:t>
    </dgm:pt>
    <dgm:pt modelId="{FE2BF500-7A06-4F1F-9F1D-68D9244ED4F7}">
      <dgm:prSet/>
      <dgm:spPr/>
      <dgm:t>
        <a:bodyPr/>
        <a:lstStyle/>
        <a:p>
          <a:r>
            <a:rPr lang="en-US"/>
            <a:t>Continuous integration for quality</a:t>
          </a:r>
        </a:p>
      </dgm:t>
    </dgm:pt>
    <dgm:pt modelId="{0266E63D-00A4-4280-AC14-0999BFAD63DF}" type="parTrans" cxnId="{B703CC08-2852-4518-8F17-25AF01F892DA}">
      <dgm:prSet/>
      <dgm:spPr/>
      <dgm:t>
        <a:bodyPr/>
        <a:lstStyle/>
        <a:p>
          <a:endParaRPr lang="en-US"/>
        </a:p>
      </dgm:t>
    </dgm:pt>
    <dgm:pt modelId="{229A7FF0-D65A-4798-A7DD-C86A0D443A68}" type="sibTrans" cxnId="{B703CC08-2852-4518-8F17-25AF01F892DA}">
      <dgm:prSet/>
      <dgm:spPr/>
      <dgm:t>
        <a:bodyPr/>
        <a:lstStyle/>
        <a:p>
          <a:endParaRPr lang="en-US"/>
        </a:p>
      </dgm:t>
    </dgm:pt>
    <dgm:pt modelId="{DF8764C6-253D-42F7-81F2-8DB1666DB742}" type="pres">
      <dgm:prSet presAssocID="{9527B0BD-05DF-477E-8926-CA92CC492C6B}" presName="linear" presStyleCnt="0">
        <dgm:presLayoutVars>
          <dgm:dir/>
          <dgm:animLvl val="lvl"/>
          <dgm:resizeHandles val="exact"/>
        </dgm:presLayoutVars>
      </dgm:prSet>
      <dgm:spPr/>
    </dgm:pt>
    <dgm:pt modelId="{824C7637-C236-4598-AB3E-E965E66CB30F}" type="pres">
      <dgm:prSet presAssocID="{F5B1E363-2EB9-460C-8D4C-FED73823F133}" presName="parentLin" presStyleCnt="0"/>
      <dgm:spPr/>
    </dgm:pt>
    <dgm:pt modelId="{2A20EB36-B809-4235-9840-C986F821B6D1}" type="pres">
      <dgm:prSet presAssocID="{F5B1E363-2EB9-460C-8D4C-FED73823F133}" presName="parentLeftMargin" presStyleLbl="node1" presStyleIdx="0" presStyleCnt="4"/>
      <dgm:spPr/>
    </dgm:pt>
    <dgm:pt modelId="{EE0527A1-6A67-4932-9520-721B788B3020}" type="pres">
      <dgm:prSet presAssocID="{F5B1E363-2EB9-460C-8D4C-FED73823F13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86B183F-B7A2-4389-8D45-7586614DDDDE}" type="pres">
      <dgm:prSet presAssocID="{F5B1E363-2EB9-460C-8D4C-FED73823F133}" presName="negativeSpace" presStyleCnt="0"/>
      <dgm:spPr/>
    </dgm:pt>
    <dgm:pt modelId="{147B398D-958E-4264-807D-6420592918A3}" type="pres">
      <dgm:prSet presAssocID="{F5B1E363-2EB9-460C-8D4C-FED73823F133}" presName="childText" presStyleLbl="conFgAcc1" presStyleIdx="0" presStyleCnt="4">
        <dgm:presLayoutVars>
          <dgm:bulletEnabled val="1"/>
        </dgm:presLayoutVars>
      </dgm:prSet>
      <dgm:spPr/>
    </dgm:pt>
    <dgm:pt modelId="{02726A08-4494-4EF0-9B22-C1757016088D}" type="pres">
      <dgm:prSet presAssocID="{4A2FC579-84EF-447A-B97F-A05A2FE59982}" presName="spaceBetweenRectangles" presStyleCnt="0"/>
      <dgm:spPr/>
    </dgm:pt>
    <dgm:pt modelId="{4A27B515-ADBA-425B-BCAC-AFA383FF641E}" type="pres">
      <dgm:prSet presAssocID="{D0F5D3D5-1D09-4177-9FC7-09BEBA258D1D}" presName="parentLin" presStyleCnt="0"/>
      <dgm:spPr/>
    </dgm:pt>
    <dgm:pt modelId="{594B4E66-5807-4147-8ED9-11FA9B40292A}" type="pres">
      <dgm:prSet presAssocID="{D0F5D3D5-1D09-4177-9FC7-09BEBA258D1D}" presName="parentLeftMargin" presStyleLbl="node1" presStyleIdx="0" presStyleCnt="4"/>
      <dgm:spPr/>
    </dgm:pt>
    <dgm:pt modelId="{FD399265-F67E-4261-8471-B10535A7124A}" type="pres">
      <dgm:prSet presAssocID="{D0F5D3D5-1D09-4177-9FC7-09BEBA258D1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164B623-3F7F-4DC9-9C43-D5C2FDD9B690}" type="pres">
      <dgm:prSet presAssocID="{D0F5D3D5-1D09-4177-9FC7-09BEBA258D1D}" presName="negativeSpace" presStyleCnt="0"/>
      <dgm:spPr/>
    </dgm:pt>
    <dgm:pt modelId="{9492A095-DA99-4D82-B616-6F9F51402357}" type="pres">
      <dgm:prSet presAssocID="{D0F5D3D5-1D09-4177-9FC7-09BEBA258D1D}" presName="childText" presStyleLbl="conFgAcc1" presStyleIdx="1" presStyleCnt="4">
        <dgm:presLayoutVars>
          <dgm:bulletEnabled val="1"/>
        </dgm:presLayoutVars>
      </dgm:prSet>
      <dgm:spPr/>
    </dgm:pt>
    <dgm:pt modelId="{9F6426F1-9DFC-4DC8-8DE7-F477C8E39764}" type="pres">
      <dgm:prSet presAssocID="{FEA284A2-B1CE-4066-9FC9-4B9C381FD2B4}" presName="spaceBetweenRectangles" presStyleCnt="0"/>
      <dgm:spPr/>
    </dgm:pt>
    <dgm:pt modelId="{75A45DBC-2BF4-4327-BA0D-A3A71152DE04}" type="pres">
      <dgm:prSet presAssocID="{599F6DDA-EDDE-4B69-BCB0-BFBC0FD7FE6E}" presName="parentLin" presStyleCnt="0"/>
      <dgm:spPr/>
    </dgm:pt>
    <dgm:pt modelId="{F1F66862-AC43-4834-891A-E84206A7FE36}" type="pres">
      <dgm:prSet presAssocID="{599F6DDA-EDDE-4B69-BCB0-BFBC0FD7FE6E}" presName="parentLeftMargin" presStyleLbl="node1" presStyleIdx="1" presStyleCnt="4"/>
      <dgm:spPr/>
    </dgm:pt>
    <dgm:pt modelId="{05AC0C90-DB0B-4378-ADF5-C26C2638A2AF}" type="pres">
      <dgm:prSet presAssocID="{599F6DDA-EDDE-4B69-BCB0-BFBC0FD7FE6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73A890-BE17-4850-A6E0-453DF18A3361}" type="pres">
      <dgm:prSet presAssocID="{599F6DDA-EDDE-4B69-BCB0-BFBC0FD7FE6E}" presName="negativeSpace" presStyleCnt="0"/>
      <dgm:spPr/>
    </dgm:pt>
    <dgm:pt modelId="{AF531630-4A63-47E7-99CF-A713470DE98F}" type="pres">
      <dgm:prSet presAssocID="{599F6DDA-EDDE-4B69-BCB0-BFBC0FD7FE6E}" presName="childText" presStyleLbl="conFgAcc1" presStyleIdx="2" presStyleCnt="4">
        <dgm:presLayoutVars>
          <dgm:bulletEnabled val="1"/>
        </dgm:presLayoutVars>
      </dgm:prSet>
      <dgm:spPr/>
    </dgm:pt>
    <dgm:pt modelId="{43701A79-97D1-41F0-AFA4-C5204C5A6241}" type="pres">
      <dgm:prSet presAssocID="{669EAAF9-71D8-4395-988D-1BC268580325}" presName="spaceBetweenRectangles" presStyleCnt="0"/>
      <dgm:spPr/>
    </dgm:pt>
    <dgm:pt modelId="{32AD8C03-F239-40EC-96FD-16E20DE8E5CE}" type="pres">
      <dgm:prSet presAssocID="{FE2BF500-7A06-4F1F-9F1D-68D9244ED4F7}" presName="parentLin" presStyleCnt="0"/>
      <dgm:spPr/>
    </dgm:pt>
    <dgm:pt modelId="{6E5E8DC6-F7F3-4DB2-BF91-AE264B5D6711}" type="pres">
      <dgm:prSet presAssocID="{FE2BF500-7A06-4F1F-9F1D-68D9244ED4F7}" presName="parentLeftMargin" presStyleLbl="node1" presStyleIdx="2" presStyleCnt="4"/>
      <dgm:spPr/>
    </dgm:pt>
    <dgm:pt modelId="{C3CF3436-0CC9-4566-9E9B-8D18C9999E6A}" type="pres">
      <dgm:prSet presAssocID="{FE2BF500-7A06-4F1F-9F1D-68D9244ED4F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469E21B-A0AD-4C3D-99F2-9FDCFB40D46C}" type="pres">
      <dgm:prSet presAssocID="{FE2BF500-7A06-4F1F-9F1D-68D9244ED4F7}" presName="negativeSpace" presStyleCnt="0"/>
      <dgm:spPr/>
    </dgm:pt>
    <dgm:pt modelId="{63A4A1CA-EEE5-4B11-A200-68BEE861F5C7}" type="pres">
      <dgm:prSet presAssocID="{FE2BF500-7A06-4F1F-9F1D-68D9244ED4F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703CC08-2852-4518-8F17-25AF01F892DA}" srcId="{9527B0BD-05DF-477E-8926-CA92CC492C6B}" destId="{FE2BF500-7A06-4F1F-9F1D-68D9244ED4F7}" srcOrd="3" destOrd="0" parTransId="{0266E63D-00A4-4280-AC14-0999BFAD63DF}" sibTransId="{229A7FF0-D65A-4798-A7DD-C86A0D443A68}"/>
    <dgm:cxn modelId="{CCCC6F0D-2583-4075-A1F5-4611413C0B3B}" type="presOf" srcId="{D0F5D3D5-1D09-4177-9FC7-09BEBA258D1D}" destId="{594B4E66-5807-4147-8ED9-11FA9B40292A}" srcOrd="0" destOrd="0" presId="urn:microsoft.com/office/officeart/2005/8/layout/list1"/>
    <dgm:cxn modelId="{41F6CD1F-0306-4B50-A2CB-BA6A0D563450}" type="presOf" srcId="{F5B1E363-2EB9-460C-8D4C-FED73823F133}" destId="{EE0527A1-6A67-4932-9520-721B788B3020}" srcOrd="1" destOrd="0" presId="urn:microsoft.com/office/officeart/2005/8/layout/list1"/>
    <dgm:cxn modelId="{B152245E-232E-4451-B0D6-46BD4D68A736}" type="presOf" srcId="{599F6DDA-EDDE-4B69-BCB0-BFBC0FD7FE6E}" destId="{F1F66862-AC43-4834-891A-E84206A7FE36}" srcOrd="0" destOrd="0" presId="urn:microsoft.com/office/officeart/2005/8/layout/list1"/>
    <dgm:cxn modelId="{4A095E67-1DA3-4D9A-AC49-B6DB5ED39EC1}" type="presOf" srcId="{F5B1E363-2EB9-460C-8D4C-FED73823F133}" destId="{2A20EB36-B809-4235-9840-C986F821B6D1}" srcOrd="0" destOrd="0" presId="urn:microsoft.com/office/officeart/2005/8/layout/list1"/>
    <dgm:cxn modelId="{9E027877-7490-482B-B9A1-43AE6CF915FA}" type="presOf" srcId="{599F6DDA-EDDE-4B69-BCB0-BFBC0FD7FE6E}" destId="{05AC0C90-DB0B-4378-ADF5-C26C2638A2AF}" srcOrd="1" destOrd="0" presId="urn:microsoft.com/office/officeart/2005/8/layout/list1"/>
    <dgm:cxn modelId="{7CB451AF-4A7E-424B-8082-6D879C7C2EBC}" type="presOf" srcId="{FE2BF500-7A06-4F1F-9F1D-68D9244ED4F7}" destId="{C3CF3436-0CC9-4566-9E9B-8D18C9999E6A}" srcOrd="1" destOrd="0" presId="urn:microsoft.com/office/officeart/2005/8/layout/list1"/>
    <dgm:cxn modelId="{0E0E84B4-1A23-41F1-9C0B-DA4563F1A25A}" srcId="{9527B0BD-05DF-477E-8926-CA92CC492C6B}" destId="{599F6DDA-EDDE-4B69-BCB0-BFBC0FD7FE6E}" srcOrd="2" destOrd="0" parTransId="{6AC9CF9B-4502-47F1-9F8D-BDB99B85C86E}" sibTransId="{669EAAF9-71D8-4395-988D-1BC268580325}"/>
    <dgm:cxn modelId="{000AADB5-F9AC-4D6F-A688-FA44CD93E8C4}" type="presOf" srcId="{9527B0BD-05DF-477E-8926-CA92CC492C6B}" destId="{DF8764C6-253D-42F7-81F2-8DB1666DB742}" srcOrd="0" destOrd="0" presId="urn:microsoft.com/office/officeart/2005/8/layout/list1"/>
    <dgm:cxn modelId="{D52D13DA-188D-43A2-9C64-5EA4997037AC}" srcId="{9527B0BD-05DF-477E-8926-CA92CC492C6B}" destId="{D0F5D3D5-1D09-4177-9FC7-09BEBA258D1D}" srcOrd="1" destOrd="0" parTransId="{21110695-FA10-4F8E-9E16-A01E0D5B0F43}" sibTransId="{FEA284A2-B1CE-4066-9FC9-4B9C381FD2B4}"/>
    <dgm:cxn modelId="{7A6414DF-73CC-4B85-AADE-484CF4533F3D}" type="presOf" srcId="{D0F5D3D5-1D09-4177-9FC7-09BEBA258D1D}" destId="{FD399265-F67E-4261-8471-B10535A7124A}" srcOrd="1" destOrd="0" presId="urn:microsoft.com/office/officeart/2005/8/layout/list1"/>
    <dgm:cxn modelId="{CDF522E0-F704-4EC8-9C97-7EA0B3D3223F}" srcId="{9527B0BD-05DF-477E-8926-CA92CC492C6B}" destId="{F5B1E363-2EB9-460C-8D4C-FED73823F133}" srcOrd="0" destOrd="0" parTransId="{65A0B84D-4E4F-4C8F-9382-442AF511955D}" sibTransId="{4A2FC579-84EF-447A-B97F-A05A2FE59982}"/>
    <dgm:cxn modelId="{EDD181E2-355C-4E64-91ED-AA8EBD94408E}" type="presOf" srcId="{FE2BF500-7A06-4F1F-9F1D-68D9244ED4F7}" destId="{6E5E8DC6-F7F3-4DB2-BF91-AE264B5D6711}" srcOrd="0" destOrd="0" presId="urn:microsoft.com/office/officeart/2005/8/layout/list1"/>
    <dgm:cxn modelId="{04BEBDBE-81A3-4DBC-ABFF-D5593E20AC9A}" type="presParOf" srcId="{DF8764C6-253D-42F7-81F2-8DB1666DB742}" destId="{824C7637-C236-4598-AB3E-E965E66CB30F}" srcOrd="0" destOrd="0" presId="urn:microsoft.com/office/officeart/2005/8/layout/list1"/>
    <dgm:cxn modelId="{379DC929-C1C7-41D5-ADB0-27B727359C27}" type="presParOf" srcId="{824C7637-C236-4598-AB3E-E965E66CB30F}" destId="{2A20EB36-B809-4235-9840-C986F821B6D1}" srcOrd="0" destOrd="0" presId="urn:microsoft.com/office/officeart/2005/8/layout/list1"/>
    <dgm:cxn modelId="{4EB400B9-5B72-4FDD-9843-46AD3620F9C2}" type="presParOf" srcId="{824C7637-C236-4598-AB3E-E965E66CB30F}" destId="{EE0527A1-6A67-4932-9520-721B788B3020}" srcOrd="1" destOrd="0" presId="urn:microsoft.com/office/officeart/2005/8/layout/list1"/>
    <dgm:cxn modelId="{9F400439-C45B-441F-8E18-06D55EA3C746}" type="presParOf" srcId="{DF8764C6-253D-42F7-81F2-8DB1666DB742}" destId="{D86B183F-B7A2-4389-8D45-7586614DDDDE}" srcOrd="1" destOrd="0" presId="urn:microsoft.com/office/officeart/2005/8/layout/list1"/>
    <dgm:cxn modelId="{882B764F-B685-4B0B-B2C6-BB9557B35D6A}" type="presParOf" srcId="{DF8764C6-253D-42F7-81F2-8DB1666DB742}" destId="{147B398D-958E-4264-807D-6420592918A3}" srcOrd="2" destOrd="0" presId="urn:microsoft.com/office/officeart/2005/8/layout/list1"/>
    <dgm:cxn modelId="{767C2E39-40A7-4180-B217-5F197FEF4028}" type="presParOf" srcId="{DF8764C6-253D-42F7-81F2-8DB1666DB742}" destId="{02726A08-4494-4EF0-9B22-C1757016088D}" srcOrd="3" destOrd="0" presId="urn:microsoft.com/office/officeart/2005/8/layout/list1"/>
    <dgm:cxn modelId="{CECDB7ED-CF2E-4AB8-8A14-115943A3155B}" type="presParOf" srcId="{DF8764C6-253D-42F7-81F2-8DB1666DB742}" destId="{4A27B515-ADBA-425B-BCAC-AFA383FF641E}" srcOrd="4" destOrd="0" presId="urn:microsoft.com/office/officeart/2005/8/layout/list1"/>
    <dgm:cxn modelId="{17BD7860-A888-401A-BD1A-6F4A4CB2B566}" type="presParOf" srcId="{4A27B515-ADBA-425B-BCAC-AFA383FF641E}" destId="{594B4E66-5807-4147-8ED9-11FA9B40292A}" srcOrd="0" destOrd="0" presId="urn:microsoft.com/office/officeart/2005/8/layout/list1"/>
    <dgm:cxn modelId="{879D5E54-65E9-49FF-A032-E70BDFC6E8C0}" type="presParOf" srcId="{4A27B515-ADBA-425B-BCAC-AFA383FF641E}" destId="{FD399265-F67E-4261-8471-B10535A7124A}" srcOrd="1" destOrd="0" presId="urn:microsoft.com/office/officeart/2005/8/layout/list1"/>
    <dgm:cxn modelId="{B9E84386-EF28-40FE-AEA6-5D219714358F}" type="presParOf" srcId="{DF8764C6-253D-42F7-81F2-8DB1666DB742}" destId="{0164B623-3F7F-4DC9-9C43-D5C2FDD9B690}" srcOrd="5" destOrd="0" presId="urn:microsoft.com/office/officeart/2005/8/layout/list1"/>
    <dgm:cxn modelId="{7193559A-50C2-4D08-9B68-B7AE8D04408A}" type="presParOf" srcId="{DF8764C6-253D-42F7-81F2-8DB1666DB742}" destId="{9492A095-DA99-4D82-B616-6F9F51402357}" srcOrd="6" destOrd="0" presId="urn:microsoft.com/office/officeart/2005/8/layout/list1"/>
    <dgm:cxn modelId="{B0ABD205-E588-41FA-9B3A-C8A51C896E4D}" type="presParOf" srcId="{DF8764C6-253D-42F7-81F2-8DB1666DB742}" destId="{9F6426F1-9DFC-4DC8-8DE7-F477C8E39764}" srcOrd="7" destOrd="0" presId="urn:microsoft.com/office/officeart/2005/8/layout/list1"/>
    <dgm:cxn modelId="{73A97F8A-A2EF-4213-8B8F-08AF8B07EE5C}" type="presParOf" srcId="{DF8764C6-253D-42F7-81F2-8DB1666DB742}" destId="{75A45DBC-2BF4-4327-BA0D-A3A71152DE04}" srcOrd="8" destOrd="0" presId="urn:microsoft.com/office/officeart/2005/8/layout/list1"/>
    <dgm:cxn modelId="{B6FBF10D-2CA7-4440-A323-D07C8C693ACC}" type="presParOf" srcId="{75A45DBC-2BF4-4327-BA0D-A3A71152DE04}" destId="{F1F66862-AC43-4834-891A-E84206A7FE36}" srcOrd="0" destOrd="0" presId="urn:microsoft.com/office/officeart/2005/8/layout/list1"/>
    <dgm:cxn modelId="{EEA99B3C-A3B5-4922-8F54-66606A4997D5}" type="presParOf" srcId="{75A45DBC-2BF4-4327-BA0D-A3A71152DE04}" destId="{05AC0C90-DB0B-4378-ADF5-C26C2638A2AF}" srcOrd="1" destOrd="0" presId="urn:microsoft.com/office/officeart/2005/8/layout/list1"/>
    <dgm:cxn modelId="{13E684B7-1CBB-4874-B914-4859E65F3690}" type="presParOf" srcId="{DF8764C6-253D-42F7-81F2-8DB1666DB742}" destId="{F473A890-BE17-4850-A6E0-453DF18A3361}" srcOrd="9" destOrd="0" presId="urn:microsoft.com/office/officeart/2005/8/layout/list1"/>
    <dgm:cxn modelId="{D470F955-D8DB-4C42-A16B-37374039CDF8}" type="presParOf" srcId="{DF8764C6-253D-42F7-81F2-8DB1666DB742}" destId="{AF531630-4A63-47E7-99CF-A713470DE98F}" srcOrd="10" destOrd="0" presId="urn:microsoft.com/office/officeart/2005/8/layout/list1"/>
    <dgm:cxn modelId="{9DBAB3EE-0B52-46BD-A71B-3F77C619BDD0}" type="presParOf" srcId="{DF8764C6-253D-42F7-81F2-8DB1666DB742}" destId="{43701A79-97D1-41F0-AFA4-C5204C5A6241}" srcOrd="11" destOrd="0" presId="urn:microsoft.com/office/officeart/2005/8/layout/list1"/>
    <dgm:cxn modelId="{95A17F98-A1B2-4719-A030-BDAD4BAA1956}" type="presParOf" srcId="{DF8764C6-253D-42F7-81F2-8DB1666DB742}" destId="{32AD8C03-F239-40EC-96FD-16E20DE8E5CE}" srcOrd="12" destOrd="0" presId="urn:microsoft.com/office/officeart/2005/8/layout/list1"/>
    <dgm:cxn modelId="{D7AC4FE7-A514-49B1-8A12-6430C6441758}" type="presParOf" srcId="{32AD8C03-F239-40EC-96FD-16E20DE8E5CE}" destId="{6E5E8DC6-F7F3-4DB2-BF91-AE264B5D6711}" srcOrd="0" destOrd="0" presId="urn:microsoft.com/office/officeart/2005/8/layout/list1"/>
    <dgm:cxn modelId="{04D2679E-D522-4068-B7D0-7EC48667A623}" type="presParOf" srcId="{32AD8C03-F239-40EC-96FD-16E20DE8E5CE}" destId="{C3CF3436-0CC9-4566-9E9B-8D18C9999E6A}" srcOrd="1" destOrd="0" presId="urn:microsoft.com/office/officeart/2005/8/layout/list1"/>
    <dgm:cxn modelId="{A3F4F2BE-21A2-40A0-BF5C-2970CEA2B749}" type="presParOf" srcId="{DF8764C6-253D-42F7-81F2-8DB1666DB742}" destId="{B469E21B-A0AD-4C3D-99F2-9FDCFB40D46C}" srcOrd="13" destOrd="0" presId="urn:microsoft.com/office/officeart/2005/8/layout/list1"/>
    <dgm:cxn modelId="{D6545B24-276D-4278-9BD9-69BC4C17699A}" type="presParOf" srcId="{DF8764C6-253D-42F7-81F2-8DB1666DB742}" destId="{63A4A1CA-EEE5-4B11-A200-68BEE861F5C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EAF15-2C65-4E20-8FBA-6FBDE16BF71F}">
      <dsp:nvSpPr>
        <dsp:cNvPr id="0" name=""/>
        <dsp:cNvSpPr/>
      </dsp:nvSpPr>
      <dsp:spPr>
        <a:xfrm>
          <a:off x="3132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35EA1-9AA9-4F9B-9A2A-62FDF828EA04}">
      <dsp:nvSpPr>
        <dsp:cNvPr id="0" name=""/>
        <dsp:cNvSpPr/>
      </dsp:nvSpPr>
      <dsp:spPr>
        <a:xfrm>
          <a:off x="251633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Thought it would be more fun</a:t>
          </a:r>
        </a:p>
      </dsp:txBody>
      <dsp:txXfrm>
        <a:off x="293229" y="1319617"/>
        <a:ext cx="2153317" cy="1336991"/>
      </dsp:txXfrm>
    </dsp:sp>
    <dsp:sp modelId="{73A25713-5781-4B6C-8F12-FD53EF438799}">
      <dsp:nvSpPr>
        <dsp:cNvPr id="0" name=""/>
        <dsp:cNvSpPr/>
      </dsp:nvSpPr>
      <dsp:spPr>
        <a:xfrm>
          <a:off x="2736644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242BB4-0FBC-4D80-A2D5-9AE8500D8218}">
      <dsp:nvSpPr>
        <dsp:cNvPr id="0" name=""/>
        <dsp:cNvSpPr/>
      </dsp:nvSpPr>
      <dsp:spPr>
        <a:xfrm>
          <a:off x="2985145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Decided to use Unity at Dr. Han's recommendation</a:t>
          </a:r>
        </a:p>
      </dsp:txBody>
      <dsp:txXfrm>
        <a:off x="3026741" y="1319617"/>
        <a:ext cx="2153317" cy="1336991"/>
      </dsp:txXfrm>
    </dsp:sp>
    <dsp:sp modelId="{26F699B6-F3BB-450B-91F0-9493E2BDC7A1}">
      <dsp:nvSpPr>
        <dsp:cNvPr id="0" name=""/>
        <dsp:cNvSpPr/>
      </dsp:nvSpPr>
      <dsp:spPr>
        <a:xfrm>
          <a:off x="5470156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C0792-7EDF-407C-A4CD-63C90ED8B68E}">
      <dsp:nvSpPr>
        <dsp:cNvPr id="0" name=""/>
        <dsp:cNvSpPr/>
      </dsp:nvSpPr>
      <dsp:spPr>
        <a:xfrm>
          <a:off x="5718657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Multiplayer game fits better with development environment and experience level</a:t>
          </a:r>
        </a:p>
      </dsp:txBody>
      <dsp:txXfrm>
        <a:off x="5760253" y="1319617"/>
        <a:ext cx="2153317" cy="1336991"/>
      </dsp:txXfrm>
    </dsp:sp>
    <dsp:sp modelId="{4AD68BF6-11A3-4E02-87DC-2F7E754535C7}">
      <dsp:nvSpPr>
        <dsp:cNvPr id="0" name=""/>
        <dsp:cNvSpPr/>
      </dsp:nvSpPr>
      <dsp:spPr>
        <a:xfrm>
          <a:off x="8203668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C5327-23DC-4FC1-8A5D-61F9E0EF8F3D}">
      <dsp:nvSpPr>
        <dsp:cNvPr id="0" name=""/>
        <dsp:cNvSpPr/>
      </dsp:nvSpPr>
      <dsp:spPr>
        <a:xfrm>
          <a:off x="8452169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Allows us to put more attention toward one game = higher quality end product</a:t>
          </a:r>
        </a:p>
      </dsp:txBody>
      <dsp:txXfrm>
        <a:off x="8493765" y="1319617"/>
        <a:ext cx="2153317" cy="13369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B398D-958E-4264-807D-6420592918A3}">
      <dsp:nvSpPr>
        <dsp:cNvPr id="0" name=""/>
        <dsp:cNvSpPr/>
      </dsp:nvSpPr>
      <dsp:spPr>
        <a:xfrm>
          <a:off x="0" y="331487"/>
          <a:ext cx="1069126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0527A1-6A67-4932-9520-721B788B3020}">
      <dsp:nvSpPr>
        <dsp:cNvPr id="0" name=""/>
        <dsp:cNvSpPr/>
      </dsp:nvSpPr>
      <dsp:spPr>
        <a:xfrm>
          <a:off x="534563" y="21527"/>
          <a:ext cx="748388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73" tIns="0" rIns="28287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Clear role separation</a:t>
          </a:r>
        </a:p>
      </dsp:txBody>
      <dsp:txXfrm>
        <a:off x="564825" y="51789"/>
        <a:ext cx="7423361" cy="559396"/>
      </dsp:txXfrm>
    </dsp:sp>
    <dsp:sp modelId="{9492A095-DA99-4D82-B616-6F9F51402357}">
      <dsp:nvSpPr>
        <dsp:cNvPr id="0" name=""/>
        <dsp:cNvSpPr/>
      </dsp:nvSpPr>
      <dsp:spPr>
        <a:xfrm>
          <a:off x="0" y="1284047"/>
          <a:ext cx="1069126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399265-F67E-4261-8471-B10535A7124A}">
      <dsp:nvSpPr>
        <dsp:cNvPr id="0" name=""/>
        <dsp:cNvSpPr/>
      </dsp:nvSpPr>
      <dsp:spPr>
        <a:xfrm>
          <a:off x="534563" y="974087"/>
          <a:ext cx="748388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73" tIns="0" rIns="28287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Structured release plan</a:t>
          </a:r>
        </a:p>
      </dsp:txBody>
      <dsp:txXfrm>
        <a:off x="564825" y="1004349"/>
        <a:ext cx="7423361" cy="559396"/>
      </dsp:txXfrm>
    </dsp:sp>
    <dsp:sp modelId="{AF531630-4A63-47E7-99CF-A713470DE98F}">
      <dsp:nvSpPr>
        <dsp:cNvPr id="0" name=""/>
        <dsp:cNvSpPr/>
      </dsp:nvSpPr>
      <dsp:spPr>
        <a:xfrm>
          <a:off x="0" y="2236608"/>
          <a:ext cx="1069126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AC0C90-DB0B-4378-ADF5-C26C2638A2AF}">
      <dsp:nvSpPr>
        <dsp:cNvPr id="0" name=""/>
        <dsp:cNvSpPr/>
      </dsp:nvSpPr>
      <dsp:spPr>
        <a:xfrm>
          <a:off x="534563" y="1926647"/>
          <a:ext cx="748388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73" tIns="0" rIns="28287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Professional Git workflow</a:t>
          </a:r>
        </a:p>
      </dsp:txBody>
      <dsp:txXfrm>
        <a:off x="564825" y="1956909"/>
        <a:ext cx="7423361" cy="559396"/>
      </dsp:txXfrm>
    </dsp:sp>
    <dsp:sp modelId="{63A4A1CA-EEE5-4B11-A200-68BEE861F5C7}">
      <dsp:nvSpPr>
        <dsp:cNvPr id="0" name=""/>
        <dsp:cNvSpPr/>
      </dsp:nvSpPr>
      <dsp:spPr>
        <a:xfrm>
          <a:off x="0" y="3189168"/>
          <a:ext cx="1069126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CF3436-0CC9-4566-9E9B-8D18C9999E6A}">
      <dsp:nvSpPr>
        <dsp:cNvPr id="0" name=""/>
        <dsp:cNvSpPr/>
      </dsp:nvSpPr>
      <dsp:spPr>
        <a:xfrm>
          <a:off x="534563" y="2879208"/>
          <a:ext cx="748388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73" tIns="0" rIns="28287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Continuous integration for quality</a:t>
          </a:r>
        </a:p>
      </dsp:txBody>
      <dsp:txXfrm>
        <a:off x="564825" y="2909470"/>
        <a:ext cx="7423361" cy="559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090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88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8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9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88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2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13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94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1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1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4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0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F33C6D-040C-B922-C96C-5293D57C4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507" y="1358671"/>
            <a:ext cx="2843711" cy="14933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Multiplayer 2-D Racing Game</a:t>
            </a:r>
          </a:p>
        </p:txBody>
      </p:sp>
      <p:pic>
        <p:nvPicPr>
          <p:cNvPr id="4" name="Picture 3" descr="A board game">
            <a:extLst>
              <a:ext uri="{FF2B5EF4-FFF2-40B4-BE49-F238E27FC236}">
                <a16:creationId xmlns:a16="http://schemas.microsoft.com/office/drawing/2014/main" id="{C5983F1D-9B0A-0B23-A8F4-C03E4761E5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28" r="7057" b="-1"/>
          <a:stretch>
            <a:fillRect/>
          </a:stretch>
        </p:blipFill>
        <p:spPr>
          <a:xfrm>
            <a:off x="-1" y="10"/>
            <a:ext cx="8056345" cy="685799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D6AD77E1-CD28-FD76-3972-65E94946D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5973" y="3261304"/>
            <a:ext cx="2843711" cy="172053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/>
              <a:t>Team members: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/>
              <a:t>Jakobie Brown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/>
              <a:t>Kaden Goodrid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/>
              <a:t>Logan Titzer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B071E-8B77-E267-57C6-A46DEB79E460}"/>
              </a:ext>
            </a:extLst>
          </p:cNvPr>
          <p:cNvSpPr txBox="1"/>
          <p:nvPr/>
        </p:nvSpPr>
        <p:spPr>
          <a:xfrm>
            <a:off x="8260080" y="5110480"/>
            <a:ext cx="3698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Course: CS478 Software Development</a:t>
            </a:r>
          </a:p>
          <a:p>
            <a:endParaRPr lang="en-US"/>
          </a:p>
          <a:p>
            <a:r>
              <a:rPr lang="en-US"/>
              <a:t>Instructor: Xue Han</a:t>
            </a:r>
          </a:p>
        </p:txBody>
      </p:sp>
    </p:spTree>
    <p:extLst>
      <p:ext uri="{BB962C8B-B14F-4D97-AF65-F5344CB8AC3E}">
        <p14:creationId xmlns:p14="http://schemas.microsoft.com/office/powerpoint/2010/main" val="25413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D8B29-62F9-E134-FF1D-13A55601C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/>
              <a:t>Project Pivot – Why?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AF6D893D-A995-DB8C-EBA7-90398DA195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4764272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7307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1329F-D458-19EA-29E1-7FB4CE484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/>
              <a:t>Project Pivot – What changed?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6" name="Content Placeholder 605">
            <a:extLst>
              <a:ext uri="{FF2B5EF4-FFF2-40B4-BE49-F238E27FC236}">
                <a16:creationId xmlns:a16="http://schemas.microsoft.com/office/drawing/2014/main" id="{97275A22-707F-AFC7-6B91-58F55FABC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218" y="1364742"/>
            <a:ext cx="7653849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What We Had: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Web based gaming application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Multiple simple game options (Tic-tac-toe, Pong,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FCFS Matchmaking</a:t>
            </a:r>
          </a:p>
          <a:p>
            <a:r>
              <a:rPr lang="en-US"/>
              <a:t>What's New: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2D multiplayer platformer racing game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One larger, more detailed game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Elo based rank matchmaking system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Built in Unity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marL="4572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24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8732B-39EF-6EED-57C1-6697D60D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7504B-9B90-7273-87CD-C30B675BE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3373191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2D Unity Game</a:t>
            </a:r>
          </a:p>
          <a:p>
            <a:r>
              <a:rPr lang="en-US"/>
              <a:t>Platformer game gameplay</a:t>
            </a:r>
          </a:p>
          <a:p>
            <a:r>
              <a:rPr lang="en-US"/>
              <a:t>Race through levels and compete against friends</a:t>
            </a:r>
          </a:p>
          <a:p>
            <a:r>
              <a:rPr lang="en-US"/>
              <a:t>Collect power ups and navigate through platforming obstacles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987414-C223-C31D-BF28-651BFF52A482}"/>
              </a:ext>
            </a:extLst>
          </p:cNvPr>
          <p:cNvSpPr txBox="1"/>
          <p:nvPr/>
        </p:nvSpPr>
        <p:spPr>
          <a:xfrm>
            <a:off x="5291667" y="2286000"/>
            <a:ext cx="6096000" cy="16260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rtl="0">
              <a:lnSpc>
                <a:spcPts val="1350"/>
              </a:lnSpc>
              <a:buFont typeface=""/>
              <a:buChar char=""/>
            </a:pPr>
            <a:r>
              <a:rPr lang="en-US" sz="1100" baseline="0">
                <a:solidFill>
                  <a:srgbClr val="444444"/>
                </a:solidFill>
                <a:latin typeface="Calibri"/>
                <a:ea typeface="Arial"/>
                <a:cs typeface="Arial"/>
              </a:rPr>
              <a:t>Programming Languages:</a:t>
            </a:r>
            <a:r>
              <a:rPr lang="en-US" sz="1100">
                <a:solidFill>
                  <a:srgbClr val="444444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marL="228600" lvl="1" indent="-228600" rtl="0">
              <a:lnSpc>
                <a:spcPts val="1350"/>
              </a:lnSpc>
              <a:buFont typeface=""/>
              <a:buChar char=""/>
            </a:pPr>
            <a:r>
              <a:rPr lang="en-US" sz="1100" baseline="0">
                <a:solidFill>
                  <a:srgbClr val="444444"/>
                </a:solidFill>
                <a:latin typeface="Calibri"/>
                <a:ea typeface="Arial"/>
                <a:cs typeface="Arial"/>
              </a:rPr>
              <a:t>C#</a:t>
            </a:r>
            <a:r>
              <a:rPr lang="en-US" sz="1100">
                <a:solidFill>
                  <a:srgbClr val="444444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lnSpc>
                <a:spcPts val="1350"/>
              </a:lnSpc>
              <a:buFont typeface=""/>
              <a:buChar char=""/>
            </a:pPr>
            <a:r>
              <a:rPr lang="en-US" sz="1100" baseline="0">
                <a:solidFill>
                  <a:srgbClr val="444444"/>
                </a:solidFill>
                <a:latin typeface="Calibri"/>
                <a:ea typeface="Arial"/>
                <a:cs typeface="Arial"/>
              </a:rPr>
              <a:t>Development Tools</a:t>
            </a:r>
            <a:r>
              <a:rPr lang="en-US" sz="1100">
                <a:solidFill>
                  <a:srgbClr val="444444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marL="228600" lvl="1" indent="-228600">
              <a:lnSpc>
                <a:spcPts val="1350"/>
              </a:lnSpc>
              <a:buFont typeface=""/>
              <a:buChar char=""/>
            </a:pPr>
            <a:r>
              <a:rPr lang="en-US" sz="1100" baseline="0">
                <a:solidFill>
                  <a:srgbClr val="444444"/>
                </a:solidFill>
                <a:latin typeface="Calibri"/>
                <a:ea typeface="Arial"/>
                <a:cs typeface="Arial"/>
              </a:rPr>
              <a:t>Visual Studio (IDE)</a:t>
            </a:r>
            <a:r>
              <a:rPr lang="en-US" sz="1100">
                <a:solidFill>
                  <a:srgbClr val="444444"/>
                </a:solidFill>
                <a:latin typeface="Calibri"/>
                <a:ea typeface="Arial"/>
                <a:cs typeface="Arial"/>
              </a:rPr>
              <a:t>​ Unity Editor</a:t>
            </a:r>
          </a:p>
          <a:p>
            <a:pPr marL="228600" lvl="1" indent="-228600" rtl="0">
              <a:lnSpc>
                <a:spcPts val="1350"/>
              </a:lnSpc>
              <a:buFont typeface=""/>
              <a:buChar char=""/>
            </a:pPr>
            <a:r>
              <a:rPr lang="en-US" sz="1100" baseline="0" err="1">
                <a:solidFill>
                  <a:srgbClr val="444444"/>
                </a:solidFill>
                <a:latin typeface="Calibri"/>
                <a:ea typeface="Arial"/>
                <a:cs typeface="Arial"/>
              </a:rPr>
              <a:t>Github</a:t>
            </a:r>
            <a:r>
              <a:rPr lang="en-US" sz="1100" baseline="0">
                <a:solidFill>
                  <a:srgbClr val="444444"/>
                </a:solidFill>
                <a:latin typeface="Calibri"/>
                <a:ea typeface="Arial"/>
                <a:cs typeface="Arial"/>
              </a:rPr>
              <a:t> (Version Control)</a:t>
            </a:r>
            <a:r>
              <a:rPr lang="en-US" sz="1100">
                <a:solidFill>
                  <a:srgbClr val="444444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lnSpc>
                <a:spcPts val="1350"/>
              </a:lnSpc>
              <a:buFont typeface=""/>
              <a:buChar char=""/>
            </a:pPr>
            <a:r>
              <a:rPr lang="en-US" sz="1100" baseline="0">
                <a:solidFill>
                  <a:srgbClr val="444444"/>
                </a:solidFill>
                <a:latin typeface="Calibri"/>
                <a:ea typeface="Arial"/>
                <a:cs typeface="Arial"/>
              </a:rPr>
              <a:t>Libraries and Frameworks</a:t>
            </a:r>
            <a:r>
              <a:rPr lang="en-US" sz="1100">
                <a:solidFill>
                  <a:srgbClr val="444444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marL="228600" lvl="1" indent="-228600">
              <a:lnSpc>
                <a:spcPts val="1350"/>
              </a:lnSpc>
              <a:buFont typeface=""/>
              <a:buChar char=""/>
            </a:pPr>
            <a:r>
              <a:rPr lang="en-US" sz="1100">
                <a:solidFill>
                  <a:srgbClr val="444444"/>
                </a:solidFill>
                <a:latin typeface="Calibri"/>
                <a:ea typeface="Arial"/>
                <a:cs typeface="Arial"/>
              </a:rPr>
              <a:t>Net Game Objects </a:t>
            </a:r>
            <a:endParaRPr lang="en-US" sz="1100" baseline="0">
              <a:solidFill>
                <a:srgbClr val="444444"/>
              </a:solidFill>
              <a:latin typeface="Calibri"/>
              <a:ea typeface="Arial"/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18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ADB1-9523-A5C0-B3B6-F8CA71908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7427365" cy="1307592"/>
          </a:xfrm>
        </p:spPr>
        <p:txBody>
          <a:bodyPr>
            <a:normAutofit fontScale="90000"/>
          </a:bodyPr>
          <a:lstStyle/>
          <a:p>
            <a:r>
              <a:rPr lang="en-US"/>
              <a:t>Team Roles &amp;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10586-0A75-DB76-149B-DB78ACF57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860831"/>
            <a:ext cx="3956032" cy="30442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Game Systems &amp; Multiplayer Lead: Jakobie</a:t>
            </a:r>
            <a:endParaRPr lang="en-US"/>
          </a:p>
          <a:p>
            <a:r>
              <a:rPr lang="en-US"/>
              <a:t>Player movement &amp; physics</a:t>
            </a:r>
          </a:p>
          <a:p>
            <a:r>
              <a:rPr lang="en-US"/>
              <a:t>Collision detection &amp; level design</a:t>
            </a:r>
          </a:p>
          <a:p>
            <a:r>
              <a:rPr lang="en-US"/>
              <a:t>Powerups &amp; obstacles</a:t>
            </a:r>
          </a:p>
          <a:p>
            <a:r>
              <a:rPr lang="en-US"/>
              <a:t>Multiplayer sync &amp; lobby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30F09-04AA-9688-FCEF-F49908BE760D}"/>
              </a:ext>
            </a:extLst>
          </p:cNvPr>
          <p:cNvSpPr txBox="1"/>
          <p:nvPr/>
        </p:nvSpPr>
        <p:spPr>
          <a:xfrm>
            <a:off x="4876800" y="1864556"/>
            <a:ext cx="3251200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/>
              <a:t>Backend &amp; Database Lead: Kaden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Account creation &amp;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Database schema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Elo rating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Match results &amp; leaderboard APIs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37ABC-61BE-6BD1-122A-15A83FD44F87}"/>
              </a:ext>
            </a:extLst>
          </p:cNvPr>
          <p:cNvSpPr txBox="1"/>
          <p:nvPr/>
        </p:nvSpPr>
        <p:spPr>
          <a:xfrm>
            <a:off x="8348134" y="1860831"/>
            <a:ext cx="3646527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/>
              <a:t>UI, DevOps &amp; Integration Lead: Logan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UI screens (login, profile, leaderboard)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Frontend-backend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GitHub project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CI/CD pipeline &amp; deployment</a:t>
            </a:r>
          </a:p>
        </p:txBody>
      </p:sp>
    </p:spTree>
    <p:extLst>
      <p:ext uri="{BB962C8B-B14F-4D97-AF65-F5344CB8AC3E}">
        <p14:creationId xmlns:p14="http://schemas.microsoft.com/office/powerpoint/2010/main" val="3782710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D440-CA06-3867-5001-44165FE4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53533"/>
          </a:xfrm>
        </p:spPr>
        <p:txBody>
          <a:bodyPr>
            <a:normAutofit/>
          </a:bodyPr>
          <a:lstStyle/>
          <a:p>
            <a:r>
              <a:rPr lang="en-US"/>
              <a:t>Release Plan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46F5-9AB3-FBB7-4A59-D458F5B61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7" y="2221993"/>
            <a:ext cx="3668164" cy="13086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Release Strategy</a:t>
            </a:r>
            <a:endParaRPr lang="en-US"/>
          </a:p>
          <a:p>
            <a:r>
              <a:rPr lang="en-US"/>
              <a:t>Milestone-based releases</a:t>
            </a:r>
          </a:p>
          <a:p>
            <a:r>
              <a:rPr lang="en-US"/>
              <a:t>One release per project phase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DFC539-0E7B-7B16-565A-9C49B82366AB}"/>
              </a:ext>
            </a:extLst>
          </p:cNvPr>
          <p:cNvSpPr txBox="1"/>
          <p:nvPr/>
        </p:nvSpPr>
        <p:spPr>
          <a:xfrm>
            <a:off x="5765800" y="2221993"/>
            <a:ext cx="529590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/>
              <a:t>Phases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Phase I: Core functionality &amp; playable 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Phase II: Ranking systems, polish &amp; deployment</a:t>
            </a:r>
          </a:p>
        </p:txBody>
      </p:sp>
    </p:spTree>
    <p:extLst>
      <p:ext uri="{BB962C8B-B14F-4D97-AF65-F5344CB8AC3E}">
        <p14:creationId xmlns:p14="http://schemas.microsoft.com/office/powerpoint/2010/main" val="3227647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8F83A-24CD-5889-56E3-74F64667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/>
              <a:t>Phase 1 Release (Core Gameplay)</a:t>
            </a:r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A792FD30-96E3-D7DA-2B90-9E92D2081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" y="2672080"/>
            <a:ext cx="3490974" cy="34909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09399-B40F-2D67-C395-D0A76C1EE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2895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Phase I Features</a:t>
            </a:r>
            <a:endParaRPr lang="en-US"/>
          </a:p>
          <a:p>
            <a:r>
              <a:rPr lang="en-US"/>
              <a:t>Account creation &amp; login</a:t>
            </a:r>
          </a:p>
          <a:p>
            <a:r>
              <a:rPr lang="en-US"/>
              <a:t>Single playable 2D race level</a:t>
            </a:r>
          </a:p>
          <a:p>
            <a:r>
              <a:rPr lang="en-US"/>
              <a:t>Core movement &amp; collision system</a:t>
            </a:r>
          </a:p>
          <a:p>
            <a:r>
              <a:rPr lang="en-US"/>
              <a:t>Basic multiplayer session</a:t>
            </a:r>
          </a:p>
          <a:p>
            <a:r>
              <a:rPr lang="en-US"/>
              <a:t>Match result storage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5A45D1-D914-B87A-070E-FC085EADF4E7}"/>
              </a:ext>
            </a:extLst>
          </p:cNvPr>
          <p:cNvSpPr txBox="1"/>
          <p:nvPr/>
        </p:nvSpPr>
        <p:spPr>
          <a:xfrm>
            <a:off x="6654800" y="5164667"/>
            <a:ext cx="46312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End-to-end playable Demo</a:t>
            </a:r>
          </a:p>
        </p:txBody>
      </p:sp>
    </p:spTree>
    <p:extLst>
      <p:ext uri="{BB962C8B-B14F-4D97-AF65-F5344CB8AC3E}">
        <p14:creationId xmlns:p14="http://schemas.microsoft.com/office/powerpoint/2010/main" val="1753181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4835E6-4D93-C28F-D483-BE55273C8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/>
              <a:t>Phase 2 Release (Enhancements)</a:t>
            </a:r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0F6629E6-D41C-0AA2-1B00-76B021859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" y="2672080"/>
            <a:ext cx="3490974" cy="34909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929C1-55D6-8683-FD47-0D37ABD41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3251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Phase II Features</a:t>
            </a:r>
            <a:endParaRPr lang="en-US"/>
          </a:p>
          <a:p>
            <a:r>
              <a:rPr lang="en-US"/>
              <a:t>Elo rating system</a:t>
            </a:r>
          </a:p>
          <a:p>
            <a:r>
              <a:rPr lang="en-US"/>
              <a:t>Leaderboards</a:t>
            </a:r>
          </a:p>
          <a:p>
            <a:r>
              <a:rPr lang="en-US"/>
              <a:t>Achievement tracking</a:t>
            </a:r>
          </a:p>
          <a:p>
            <a:r>
              <a:rPr lang="en-US"/>
              <a:t>Improved matchmaking</a:t>
            </a:r>
          </a:p>
          <a:p>
            <a:r>
              <a:rPr lang="en-US"/>
              <a:t>UI polish &amp; usability</a:t>
            </a:r>
          </a:p>
          <a:p>
            <a:r>
              <a:rPr lang="en-US"/>
              <a:t>Deployed backend for demo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D6277-572C-DBDE-E6E3-BB2EF0C557AF}"/>
              </a:ext>
            </a:extLst>
          </p:cNvPr>
          <p:cNvSpPr txBox="1"/>
          <p:nvPr/>
        </p:nvSpPr>
        <p:spPr>
          <a:xfrm>
            <a:off x="6346176" y="4951307"/>
            <a:ext cx="385446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Goal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Competitive progression &amp; user experience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82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706C97-EE0F-2016-81ED-5FE5FA4AC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/>
              <a:t>Project Management</a:t>
            </a:r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Tools">
            <a:extLst>
              <a:ext uri="{FF2B5EF4-FFF2-40B4-BE49-F238E27FC236}">
                <a16:creationId xmlns:a16="http://schemas.microsoft.com/office/drawing/2014/main" id="{DFD0A4F7-5C80-6629-A0FE-DC3B04B41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" y="2672080"/>
            <a:ext cx="3490974" cy="34909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93CB1-8E4B-9061-47F1-8FB8BB42F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26619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Tool Used:</a:t>
            </a:r>
            <a:r>
              <a:rPr lang="en-US"/>
              <a:t> GitHub Projects</a:t>
            </a:r>
          </a:p>
          <a:p>
            <a:r>
              <a:rPr lang="en-US"/>
              <a:t>Backlog of user stories</a:t>
            </a:r>
          </a:p>
          <a:p>
            <a:r>
              <a:rPr lang="en-US"/>
              <a:t>Task tracking (To Do, In Progress, Review, Done)</a:t>
            </a:r>
          </a:p>
          <a:p>
            <a:r>
              <a:rPr lang="en-US"/>
              <a:t>Integrated with GitHub Issues &amp; Pull Requests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CEE40-AF99-72BF-535E-A04A004FAB80}"/>
              </a:ext>
            </a:extLst>
          </p:cNvPr>
          <p:cNvSpPr txBox="1"/>
          <p:nvPr/>
        </p:nvSpPr>
        <p:spPr>
          <a:xfrm>
            <a:off x="6346176" y="4775200"/>
            <a:ext cx="4687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Purpose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Track progress &amp; deadlines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Maintain visibility across team</a:t>
            </a:r>
          </a:p>
        </p:txBody>
      </p:sp>
    </p:spTree>
    <p:extLst>
      <p:ext uri="{BB962C8B-B14F-4D97-AF65-F5344CB8AC3E}">
        <p14:creationId xmlns:p14="http://schemas.microsoft.com/office/powerpoint/2010/main" val="3020030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13934-3907-6EED-FCC9-0EA232015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/>
              <a:t>Source Control Workflow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Gears">
            <a:extLst>
              <a:ext uri="{FF2B5EF4-FFF2-40B4-BE49-F238E27FC236}">
                <a16:creationId xmlns:a16="http://schemas.microsoft.com/office/drawing/2014/main" id="{21EAC5C1-2BA4-19B6-C7FB-DB8462B2A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6381" y="1869439"/>
            <a:ext cx="4139625" cy="41396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9D8D3-03CE-865E-0077-18C2D5FEB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899" y="1849129"/>
            <a:ext cx="4191001" cy="3821278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b="1"/>
              <a:t>Workflow</a:t>
            </a: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/>
              <a:t>Create feature branch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Implement changes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Open pull request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Review &amp; approve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Merge into main</a:t>
            </a:r>
          </a:p>
          <a:p>
            <a:pPr marL="0" indent="0">
              <a:buNone/>
            </a:pPr>
            <a:r>
              <a:rPr lang="en-US" b="1"/>
              <a:t>Goal</a:t>
            </a:r>
            <a:endParaRPr lang="en-US"/>
          </a:p>
          <a:p>
            <a:r>
              <a:rPr lang="en-US"/>
              <a:t>Maintain stable codebase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13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1A0D80-9DE3-B954-87BD-4FBEEB61A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/>
              <a:t>Rules for Branching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Bug">
            <a:extLst>
              <a:ext uri="{FF2B5EF4-FFF2-40B4-BE49-F238E27FC236}">
                <a16:creationId xmlns:a16="http://schemas.microsoft.com/office/drawing/2014/main" id="{65B6ADDF-2E6A-E735-DCD2-AE2353698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6381" y="1869439"/>
            <a:ext cx="4139625" cy="41396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FEFB2-6DE8-051A-E1B2-EDEE3D92A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txBody>
          <a:bodyPr anchor="b">
            <a:normAutofit/>
          </a:bodyPr>
          <a:lstStyle/>
          <a:p>
            <a:r>
              <a:rPr lang="en-US" b="1"/>
              <a:t>Main Branch Rules</a:t>
            </a:r>
            <a:endParaRPr lang="en-US"/>
          </a:p>
          <a:p>
            <a:r>
              <a:rPr lang="en-US"/>
              <a:t>No direct pushes to main</a:t>
            </a:r>
          </a:p>
          <a:p>
            <a:r>
              <a:rPr lang="en-US"/>
              <a:t>Pull requests required</a:t>
            </a:r>
          </a:p>
          <a:p>
            <a:r>
              <a:rPr lang="en-US"/>
              <a:t>Minimum of 1–2 code reviews</a:t>
            </a:r>
          </a:p>
          <a:p>
            <a:r>
              <a:rPr lang="en-US"/>
              <a:t>CI checks must pass before merge</a:t>
            </a:r>
          </a:p>
          <a:p>
            <a:r>
              <a:rPr lang="en-US" b="1"/>
              <a:t>Reason</a:t>
            </a:r>
            <a:endParaRPr lang="en-US"/>
          </a:p>
          <a:p>
            <a:r>
              <a:rPr lang="en-US"/>
              <a:t>Prevent bugs &amp; unstable code</a:t>
            </a:r>
          </a:p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088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DB31-A7E0-8134-FD5D-9C850C36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&amp; Q&amp;A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0040F4D-E98E-3AA0-0660-B93F86FEAC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675087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Calisto MT</vt:lpstr>
      <vt:lpstr>Courier New</vt:lpstr>
      <vt:lpstr>Univers Condensed</vt:lpstr>
      <vt:lpstr>ChronicleVTI</vt:lpstr>
      <vt:lpstr>Multiplayer 2-D Racing Game</vt:lpstr>
      <vt:lpstr>Project Pivot – Why?</vt:lpstr>
      <vt:lpstr>Project Pivot – What changed?</vt:lpstr>
      <vt:lpstr>Project Over View</vt:lpstr>
      <vt:lpstr>Team Roles &amp; Responsibilities</vt:lpstr>
      <vt:lpstr>Release Plan Overview</vt:lpstr>
      <vt:lpstr>Phase 1 Release (Core Gameplay)</vt:lpstr>
      <vt:lpstr>Phase 2 Release (Enhancements)</vt:lpstr>
      <vt:lpstr>Project Management</vt:lpstr>
      <vt:lpstr>Source Control Workflow</vt:lpstr>
      <vt:lpstr>Rules for Branching</vt:lpstr>
      <vt:lpstr>Summary &amp;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Kaden Goodrid</dc:creator>
  <cp:lastModifiedBy>Kaden Goodrid</cp:lastModifiedBy>
  <cp:revision>1</cp:revision>
  <dcterms:created xsi:type="dcterms:W3CDTF">2026-02-25T22:37:40Z</dcterms:created>
  <dcterms:modified xsi:type="dcterms:W3CDTF">2026-02-26T00:43:19Z</dcterms:modified>
</cp:coreProperties>
</file>