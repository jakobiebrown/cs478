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2366-1D20-D915-C678-7D9A30089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68FF0-6E0B-1381-B8CC-626B2C4A6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A27DB-73F2-081F-1463-B6F795F8C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6882-7492-4201-ACAE-98AC97BC76B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500DD-98B1-A580-9731-BDBDF9474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01A4D-0A04-45CF-DF3E-5CCAFA98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BB51-939F-48D2-A118-53F52EDA3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545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C636-E3D0-A0EF-67CE-6FF25BD88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A72BA-0D79-4EF5-560A-6824CA7BE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2A7CC-A563-DAA4-2292-FA2BBE931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6882-7492-4201-ACAE-98AC97BC76B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B06BA-DAD5-9112-BEEE-3BBEFBED4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106F7-B46B-D5BF-FFAB-FF2957CE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BB51-939F-48D2-A118-53F52EDA3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00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6E42-2BBF-3DB9-C99F-0B3CECD12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D2FFD-BC67-D03D-FBB5-C5D4797D0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CA86F-65CA-8B07-6391-E0520FEE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6882-7492-4201-ACAE-98AC97BC76B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CC70C-4065-6550-439F-9E0F5585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EE9C1-0321-71E2-ED93-2586D49B8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BB51-939F-48D2-A118-53F52EDA3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56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787F-CE2B-0E7D-2884-20935F1B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BD60E-5AB6-E72C-5ED3-C190B457D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1A0A6-D489-CC03-34A9-9E78EE0C1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BCB24-62DB-077F-57E6-9F912A221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6882-7492-4201-ACAE-98AC97BC76B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D62DB-B691-6B47-2662-96BC149A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721BE-4974-4C38-ED5B-D6EA6C6E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BB51-939F-48D2-A118-53F52EDA3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09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23697-0B3C-A3AB-374C-69AF7D16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C673D-74AE-D81F-4941-53E766748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D511D-2513-0869-1901-014DD2C42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D6A34-03A7-B762-CD73-8F4676E72A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06FE4-68F0-7B89-8DFC-7279D62A1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6E6DFE-3A71-9CD9-C163-C3C230F21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6882-7492-4201-ACAE-98AC97BC76B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94F044-7F05-310E-F0C7-4BE04FCD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9CEE-23E7-2005-0C4D-46EB0FA03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BB51-939F-48D2-A118-53F52EDA3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84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B10CA-315C-5A8A-B92F-7019D1874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E4BEFC-9D08-E2BE-AD8C-52AFAEC2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6882-7492-4201-ACAE-98AC97BC76B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D1EC5-ED2B-0A27-37F4-D1BEF5B3C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FBCDB-F64C-4412-787F-17315556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BB51-939F-48D2-A118-53F52EDA3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3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F0F2CB-9497-6881-2549-069DE8CC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6882-7492-4201-ACAE-98AC97BC76B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25F63B-6262-8846-E80D-847274F48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832B2-D5F1-163D-385B-BB88BDBE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BB51-939F-48D2-A118-53F52EDA3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44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B79C-1FF7-FD48-B595-E74019E5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5216-8259-1A2F-1E94-B9BF687A7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49814-4DC4-E04C-6040-F33E367AC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43936-B0F7-288E-3626-E5ECB063D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6882-7492-4201-ACAE-98AC97BC76B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49FCD-C359-AA17-C11E-98F9BE48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3EECB-E564-BFD4-FDE1-04588AF0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BB51-939F-48D2-A118-53F52EDA3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6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97D8-CEB2-5D77-3692-8B1606660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C8562-34B6-EDC9-C6F9-7D1B97E62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D9ECC-B4C7-1CCC-38C0-54EB85E67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8FD55-AC5B-855E-3522-4F9D84F9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6882-7492-4201-ACAE-98AC97BC76B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3C012-6260-0915-DC6C-3D1FEB53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610F8-CD2C-F7C9-57C5-896751E7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BB51-939F-48D2-A118-53F52EDA3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73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8472-EA39-3B0C-71B7-C840D8A8C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F4AAF-E1BF-3D37-D64F-42DAAF896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CF3BC-C621-599C-A166-6E9764DB2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6882-7492-4201-ACAE-98AC97BC76B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6C796-E8CA-B7F1-3410-6D479E98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E9FC8-5FE4-B070-59A3-178052EC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BB51-939F-48D2-A118-53F52EDA3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05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E7644-5E58-4A2A-F52E-8FDEB1FAB3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CDE0C-6E91-C022-2F47-0EC28E17A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BBC79-D8EB-B633-D926-DD99E1D2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6882-7492-4201-ACAE-98AC97BC76B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3629C-D3A0-C2EE-C7D1-F92DB105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117E7-BEAE-FB94-02C7-D9422C90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BB51-939F-48D2-A118-53F52EDA3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63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DB74BE-7A61-7ED1-E6E2-919FBC0E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729BE-9BDA-B74D-406B-72E75BBFA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B96B0-930E-887D-5775-894A7A2AF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86882-7492-4201-ACAE-98AC97BC76B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BA53D-9B81-9694-A79F-90B2E5624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719C7-386A-6331-634B-0BEA4398A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15BB51-939F-48D2-A118-53F52EDA3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58DAE-DABA-9429-B943-1DA3F2A5C7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7787B-268F-CADA-1CBA-22CEE2325D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6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Titzer</dc:creator>
  <cp:lastModifiedBy>Titzer, Logan D</cp:lastModifiedBy>
  <cp:revision>1</cp:revision>
  <dcterms:created xsi:type="dcterms:W3CDTF">2026-01-30T00:18:51Z</dcterms:created>
  <dcterms:modified xsi:type="dcterms:W3CDTF">2026-01-30T00:23:54Z</dcterms:modified>
</cp:coreProperties>
</file>