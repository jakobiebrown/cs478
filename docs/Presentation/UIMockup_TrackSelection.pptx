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2140-8F2C-3BA4-3284-E11CB93D4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A15FF-C15A-240C-E93F-8A3C5A61B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6B5F0-785D-8894-67C0-7F34FB84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BCBA3-5A11-A8B5-637A-DE20F9067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3ADA1-DBFD-55AC-78F7-C92F609E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7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C547-7909-42AE-6424-77A9FACE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03F00-FA4E-5BF2-AFF8-6A85099A4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0EF25-CB73-57A3-7C93-1430C275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09BB7-5D25-BE2B-F14E-1C0A5BE9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8CDE-361B-4FFC-0B6E-35EFC02C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1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06FB-7F8A-0CFC-EC74-CAB688AA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FA2CB-64E5-2CC7-77C7-29DC4CEB8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E2E72-CD3C-EC7C-68C2-C38D4AD3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7875F-33CC-CFE7-FD27-A9D4292CD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32EFE-4E2E-D357-A6FF-9C46DB51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2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980B-E30A-4C3E-2788-885D36C3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043C-09A6-0C33-C5D3-D124D925E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CEC90-8B5D-F27A-BAFD-08A1D07EA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E0E72-B22F-609B-793C-73BA6497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F5B13-6862-D09E-3BDB-99008DAD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63F72-DEC0-509B-B77E-4AA85F66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6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B3FA-06FE-1D01-5DB3-5909F474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0688E-8FEE-A4F4-5B6F-33361A735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FD33-481A-CB9B-3176-D215ED48D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5A7EB-559F-F705-DA62-8A6F5D4AD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3EA3F-487E-8697-ED01-3CF091CA0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836D7-A7EF-16C4-23A8-6676F6DF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E004B-1ADA-E451-7494-D592CEE1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5B94F-EE5E-C404-5694-DFC5C436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0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0780-C8CC-F923-C237-A0A8C000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362E4-6E1B-387E-E414-003050AD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A7039-9AC8-3C66-A569-E7946389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8DB93-085D-D8C4-6438-F6ACAF15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0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CB176-E319-0CA8-2263-9BD0AF34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C71CB-0BA5-2074-3C6F-E11D3E9F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F552-3785-77EE-7D77-29A06119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3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8DDA-034A-DBE0-072C-3797E4AC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11D7-41C5-608C-F89A-0B4D5C6D8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3181E-F4A2-4631-26DC-4B61322D7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69EFB-8666-CBE4-0C21-9B9A0FB3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8E912-C6C3-E8EF-A22C-8305EFE5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7FCB9-5E07-A24E-60BA-2425569D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4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5A6C-103F-A911-6C0C-AC7ACAB9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7BBB1-2F38-9A84-ABF7-AC7E22B97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B6F11-F1FB-1812-1EAB-2EDF2F076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AEB86-4550-16A0-9608-48D96B20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24077-8610-E3CB-D935-7064664B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D5A2B-A92B-5387-6575-F6905344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4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6429-F56A-2B40-3D14-E6D2AA7B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66AD1-44F7-8065-B01E-01B3AF613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D898F-838F-8BD7-C586-3BD466A4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DE341-859F-45A0-6AD0-5BC8A7AF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B4D8-DF81-00CE-0661-CF9DBF9F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98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D0D60A-00C8-5B8A-1A84-2BDCE810B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A3558-1218-F149-65CF-0E6B1E6C2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CDAB-1288-2ED6-C4E8-1536F7E8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BD5A5-BDC7-C28D-9253-B870CBAC8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CDB0-93D7-1F91-D037-619FD90A8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6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932A3-9ADE-7C46-04F3-224C838E0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7B9BB-1E03-7C8D-04C0-86B31EE4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CEB64-9E88-F9B8-F7D0-E4AE5A1BD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ED451-5B02-45C7-A531-42C5FEE4FA8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58E26-0162-2B3F-0513-A2516E7F8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63AC3-4A3A-A6BD-07AE-84A44DEE2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AA17F-93B3-4DC3-A199-87D65771A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3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BA0D70-3E12-DFEE-C3F7-8A89DE891880}"/>
              </a:ext>
            </a:extLst>
          </p:cNvPr>
          <p:cNvSpPr/>
          <p:nvPr/>
        </p:nvSpPr>
        <p:spPr>
          <a:xfrm>
            <a:off x="651933" y="973667"/>
            <a:ext cx="3132667" cy="397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[Insert Track 1 Image]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28791-24FE-98A9-F0BA-729B3CAD42F9}"/>
              </a:ext>
            </a:extLst>
          </p:cNvPr>
          <p:cNvSpPr txBox="1"/>
          <p:nvPr/>
        </p:nvSpPr>
        <p:spPr>
          <a:xfrm>
            <a:off x="1701799" y="5112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 1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7D8EE-B0B4-575A-E13B-3C4B538A834A}"/>
              </a:ext>
            </a:extLst>
          </p:cNvPr>
          <p:cNvSpPr/>
          <p:nvPr/>
        </p:nvSpPr>
        <p:spPr>
          <a:xfrm>
            <a:off x="4398433" y="973667"/>
            <a:ext cx="3395133" cy="397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[Insert Track 2 Image]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82B1F-AE5D-4E9A-732D-1096B559965D}"/>
              </a:ext>
            </a:extLst>
          </p:cNvPr>
          <p:cNvSpPr/>
          <p:nvPr/>
        </p:nvSpPr>
        <p:spPr>
          <a:xfrm>
            <a:off x="8331199" y="973667"/>
            <a:ext cx="3395133" cy="397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[Insert Track 3 Image]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BB6D3-54BB-8F84-3DDD-18FDD8D25CB4}"/>
              </a:ext>
            </a:extLst>
          </p:cNvPr>
          <p:cNvSpPr txBox="1"/>
          <p:nvPr/>
        </p:nvSpPr>
        <p:spPr>
          <a:xfrm>
            <a:off x="5638799" y="54770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 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32076-1C17-599E-E551-2B2E86B78EDD}"/>
              </a:ext>
            </a:extLst>
          </p:cNvPr>
          <p:cNvSpPr txBox="1"/>
          <p:nvPr/>
        </p:nvSpPr>
        <p:spPr>
          <a:xfrm>
            <a:off x="9474200" y="54770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 3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5131A-3405-EB2C-4CAF-7995993BA36C}"/>
              </a:ext>
            </a:extLst>
          </p:cNvPr>
          <p:cNvSpPr/>
          <p:nvPr/>
        </p:nvSpPr>
        <p:spPr>
          <a:xfrm>
            <a:off x="1479549" y="5427127"/>
            <a:ext cx="1358900" cy="61966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A10493-B9B8-6065-B8BC-322FF147E8F7}"/>
              </a:ext>
            </a:extLst>
          </p:cNvPr>
          <p:cNvSpPr/>
          <p:nvPr/>
        </p:nvSpPr>
        <p:spPr>
          <a:xfrm>
            <a:off x="5356223" y="5456428"/>
            <a:ext cx="1479552" cy="61966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3DA8FF-40A3-F0DE-BD23-272F2A132268}"/>
              </a:ext>
            </a:extLst>
          </p:cNvPr>
          <p:cNvSpPr/>
          <p:nvPr/>
        </p:nvSpPr>
        <p:spPr>
          <a:xfrm>
            <a:off x="9191624" y="5427129"/>
            <a:ext cx="1479552" cy="6027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8E550F-7744-C0FA-C981-1A7396112B89}"/>
              </a:ext>
            </a:extLst>
          </p:cNvPr>
          <p:cNvSpPr/>
          <p:nvPr/>
        </p:nvSpPr>
        <p:spPr>
          <a:xfrm>
            <a:off x="10320867" y="0"/>
            <a:ext cx="1871133" cy="4910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828FB5-B31F-0409-19F8-25C2A0779873}"/>
              </a:ext>
            </a:extLst>
          </p:cNvPr>
          <p:cNvSpPr/>
          <p:nvPr/>
        </p:nvSpPr>
        <p:spPr>
          <a:xfrm>
            <a:off x="4398433" y="0"/>
            <a:ext cx="3395133" cy="4910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Your 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F08F47-6F12-8D92-C291-3B8FCD3B6F42}"/>
              </a:ext>
            </a:extLst>
          </p:cNvPr>
          <p:cNvSpPr/>
          <p:nvPr/>
        </p:nvSpPr>
        <p:spPr>
          <a:xfrm>
            <a:off x="651933" y="5046133"/>
            <a:ext cx="1396999" cy="28786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Difficulty: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4B1AC1-2C6D-899B-2A22-61D9D8E1BB3F}"/>
              </a:ext>
            </a:extLst>
          </p:cNvPr>
          <p:cNvSpPr/>
          <p:nvPr/>
        </p:nvSpPr>
        <p:spPr>
          <a:xfrm>
            <a:off x="8331199" y="5046132"/>
            <a:ext cx="1583268" cy="28786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Difficulty: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B884B-FE56-BF68-4DA9-0964B362777A}"/>
              </a:ext>
            </a:extLst>
          </p:cNvPr>
          <p:cNvSpPr/>
          <p:nvPr/>
        </p:nvSpPr>
        <p:spPr>
          <a:xfrm>
            <a:off x="4398433" y="5046132"/>
            <a:ext cx="1583267" cy="28786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Difficulty: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AC407-089F-3043-815F-91203AC851A1}"/>
              </a:ext>
            </a:extLst>
          </p:cNvPr>
          <p:cNvSpPr/>
          <p:nvPr/>
        </p:nvSpPr>
        <p:spPr>
          <a:xfrm>
            <a:off x="2277533" y="5046130"/>
            <a:ext cx="1498607" cy="2878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Distance: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086002-54A0-1A39-BEAC-7A306CA1DEE9}"/>
              </a:ext>
            </a:extLst>
          </p:cNvPr>
          <p:cNvSpPr/>
          <p:nvPr/>
        </p:nvSpPr>
        <p:spPr>
          <a:xfrm>
            <a:off x="6210301" y="5054599"/>
            <a:ext cx="1583268" cy="2878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Distance: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B900F-0265-ADD0-4DD9-3A8BA504B9F5}"/>
              </a:ext>
            </a:extLst>
          </p:cNvPr>
          <p:cNvSpPr/>
          <p:nvPr/>
        </p:nvSpPr>
        <p:spPr>
          <a:xfrm>
            <a:off x="10134597" y="5046131"/>
            <a:ext cx="1583268" cy="2878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Distance:</a:t>
            </a:r>
          </a:p>
        </p:txBody>
      </p:sp>
    </p:spTree>
    <p:extLst>
      <p:ext uri="{BB962C8B-B14F-4D97-AF65-F5344CB8AC3E}">
        <p14:creationId xmlns:p14="http://schemas.microsoft.com/office/powerpoint/2010/main" val="36607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Kaden Goodrid</dc:creator>
  <cp:lastModifiedBy>Kaden Goodrid</cp:lastModifiedBy>
  <cp:revision>1</cp:revision>
  <dcterms:created xsi:type="dcterms:W3CDTF">2026-02-28T02:38:42Z</dcterms:created>
  <dcterms:modified xsi:type="dcterms:W3CDTF">2026-02-28T03:45:26Z</dcterms:modified>
</cp:coreProperties>
</file>